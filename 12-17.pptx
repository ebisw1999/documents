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289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19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海老澤 優" userId="4dd71858c3efb38d" providerId="LiveId" clId="{61B3BC33-C435-484B-9F4E-A87EB1910E13}"/>
    <pc:docChg chg="undo redo custSel addSld delSld modSld">
      <pc:chgData name="海老澤 優" userId="4dd71858c3efb38d" providerId="LiveId" clId="{61B3BC33-C435-484B-9F4E-A87EB1910E13}" dt="2022-10-19T13:11:19.773" v="4412" actId="164"/>
      <pc:docMkLst>
        <pc:docMk/>
      </pc:docMkLst>
      <pc:sldChg chg="addSp delSp modSp mod">
        <pc:chgData name="海老澤 優" userId="4dd71858c3efb38d" providerId="LiveId" clId="{61B3BC33-C435-484B-9F4E-A87EB1910E13}" dt="2022-10-19T13:11:19.773" v="4412" actId="164"/>
        <pc:sldMkLst>
          <pc:docMk/>
          <pc:sldMk cId="416190678" sldId="256"/>
        </pc:sldMkLst>
        <pc:spChg chg="mod">
          <ac:chgData name="海老澤 優" userId="4dd71858c3efb38d" providerId="LiveId" clId="{61B3BC33-C435-484B-9F4E-A87EB1910E13}" dt="2021-12-12T11:57:50.760" v="795" actId="164"/>
          <ac:spMkLst>
            <pc:docMk/>
            <pc:sldMk cId="416190678" sldId="256"/>
            <ac:spMk id="11" creationId="{605F36E5-0DC5-4410-8295-B7B59B99CEE7}"/>
          </ac:spMkLst>
        </pc:spChg>
        <pc:spChg chg="mod">
          <ac:chgData name="海老澤 優" userId="4dd71858c3efb38d" providerId="LiveId" clId="{61B3BC33-C435-484B-9F4E-A87EB1910E13}" dt="2021-12-12T11:57:50.760" v="795" actId="164"/>
          <ac:spMkLst>
            <pc:docMk/>
            <pc:sldMk cId="416190678" sldId="256"/>
            <ac:spMk id="13" creationId="{124EC323-7866-4D91-B18F-0EADD838F6DB}"/>
          </ac:spMkLst>
        </pc:spChg>
        <pc:spChg chg="mod topLvl">
          <ac:chgData name="海老澤 優" userId="4dd71858c3efb38d" providerId="LiveId" clId="{61B3BC33-C435-484B-9F4E-A87EB1910E13}" dt="2021-12-12T11:57:50.760" v="795" actId="164"/>
          <ac:spMkLst>
            <pc:docMk/>
            <pc:sldMk cId="416190678" sldId="256"/>
            <ac:spMk id="16" creationId="{0F0AB192-3E2F-4BD6-BF30-F48F3F20F820}"/>
          </ac:spMkLst>
        </pc:spChg>
        <pc:spChg chg="mod topLvl">
          <ac:chgData name="海老澤 優" userId="4dd71858c3efb38d" providerId="LiveId" clId="{61B3BC33-C435-484B-9F4E-A87EB1910E13}" dt="2021-12-12T11:57:50.760" v="795" actId="164"/>
          <ac:spMkLst>
            <pc:docMk/>
            <pc:sldMk cId="416190678" sldId="256"/>
            <ac:spMk id="17" creationId="{3C5C2A2D-7FDC-41EB-A8F3-581169EE83EF}"/>
          </ac:spMkLst>
        </pc:spChg>
        <pc:spChg chg="mod topLvl">
          <ac:chgData name="海老澤 優" userId="4dd71858c3efb38d" providerId="LiveId" clId="{61B3BC33-C435-484B-9F4E-A87EB1910E13}" dt="2021-12-12T11:57:42.587" v="794" actId="165"/>
          <ac:spMkLst>
            <pc:docMk/>
            <pc:sldMk cId="416190678" sldId="256"/>
            <ac:spMk id="19" creationId="{7B13D8AA-9DE8-40B6-A690-1D01ABF1AD59}"/>
          </ac:spMkLst>
        </pc:spChg>
        <pc:spChg chg="mod topLvl">
          <ac:chgData name="海老澤 優" userId="4dd71858c3efb38d" providerId="LiveId" clId="{61B3BC33-C435-484B-9F4E-A87EB1910E13}" dt="2021-12-12T11:57:42.587" v="794" actId="165"/>
          <ac:spMkLst>
            <pc:docMk/>
            <pc:sldMk cId="416190678" sldId="256"/>
            <ac:spMk id="21" creationId="{D4025AD3-F43D-47CC-B871-408DE302DD89}"/>
          </ac:spMkLst>
        </pc:spChg>
        <pc:spChg chg="mod topLvl">
          <ac:chgData name="海老澤 優" userId="4dd71858c3efb38d" providerId="LiveId" clId="{61B3BC33-C435-484B-9F4E-A87EB1910E13}" dt="2022-10-19T13:11:19.773" v="4412" actId="164"/>
          <ac:spMkLst>
            <pc:docMk/>
            <pc:sldMk cId="416190678" sldId="256"/>
            <ac:spMk id="22" creationId="{C072C89A-D4F2-45CB-8D5D-D47A1F62959A}"/>
          </ac:spMkLst>
        </pc:spChg>
        <pc:spChg chg="mod topLvl">
          <ac:chgData name="海老澤 優" userId="4dd71858c3efb38d" providerId="LiveId" clId="{61B3BC33-C435-484B-9F4E-A87EB1910E13}" dt="2022-10-19T13:11:19.773" v="4412" actId="164"/>
          <ac:spMkLst>
            <pc:docMk/>
            <pc:sldMk cId="416190678" sldId="256"/>
            <ac:spMk id="23" creationId="{DE067138-E235-45FE-BB05-1E37E60E90FE}"/>
          </ac:spMkLst>
        </pc:spChg>
        <pc:spChg chg="mod topLvl">
          <ac:chgData name="海老澤 優" userId="4dd71858c3efb38d" providerId="LiveId" clId="{61B3BC33-C435-484B-9F4E-A87EB1910E13}" dt="2021-12-12T08:16:06.631" v="604" actId="164"/>
          <ac:spMkLst>
            <pc:docMk/>
            <pc:sldMk cId="416190678" sldId="256"/>
            <ac:spMk id="26" creationId="{632C40B2-BF2F-4B07-9884-2CEE1A1A46A4}"/>
          </ac:spMkLst>
        </pc:spChg>
        <pc:spChg chg="mod topLvl">
          <ac:chgData name="海老澤 優" userId="4dd71858c3efb38d" providerId="LiveId" clId="{61B3BC33-C435-484B-9F4E-A87EB1910E13}" dt="2021-12-12T08:16:06.631" v="604" actId="164"/>
          <ac:spMkLst>
            <pc:docMk/>
            <pc:sldMk cId="416190678" sldId="256"/>
            <ac:spMk id="27" creationId="{58A03950-E32B-4F4E-873A-67459AED8620}"/>
          </ac:spMkLst>
        </pc:spChg>
        <pc:spChg chg="mod">
          <ac:chgData name="海老澤 優" userId="4dd71858c3efb38d" providerId="LiveId" clId="{61B3BC33-C435-484B-9F4E-A87EB1910E13}" dt="2021-12-12T08:16:06.631" v="604" actId="164"/>
          <ac:spMkLst>
            <pc:docMk/>
            <pc:sldMk cId="416190678" sldId="256"/>
            <ac:spMk id="28" creationId="{22740229-08A7-44DA-8243-271522329F97}"/>
          </ac:spMkLst>
        </pc:spChg>
        <pc:spChg chg="mod">
          <ac:chgData name="海老澤 優" userId="4dd71858c3efb38d" providerId="LiveId" clId="{61B3BC33-C435-484B-9F4E-A87EB1910E13}" dt="2021-12-12T08:16:06.631" v="604" actId="164"/>
          <ac:spMkLst>
            <pc:docMk/>
            <pc:sldMk cId="416190678" sldId="256"/>
            <ac:spMk id="29" creationId="{7E60AFF5-FA2E-4F2E-839D-2FCB5398EE7B}"/>
          </ac:spMkLst>
        </pc:spChg>
        <pc:spChg chg="mod">
          <ac:chgData name="海老澤 優" userId="4dd71858c3efb38d" providerId="LiveId" clId="{61B3BC33-C435-484B-9F4E-A87EB1910E13}" dt="2021-12-12T08:16:13.107" v="605"/>
          <ac:spMkLst>
            <pc:docMk/>
            <pc:sldMk cId="416190678" sldId="256"/>
            <ac:spMk id="34" creationId="{13259D72-7CED-4B47-8607-2AB181ADE157}"/>
          </ac:spMkLst>
        </pc:spChg>
        <pc:spChg chg="mod">
          <ac:chgData name="海老澤 優" userId="4dd71858c3efb38d" providerId="LiveId" clId="{61B3BC33-C435-484B-9F4E-A87EB1910E13}" dt="2021-12-12T08:16:13.107" v="605"/>
          <ac:spMkLst>
            <pc:docMk/>
            <pc:sldMk cId="416190678" sldId="256"/>
            <ac:spMk id="35" creationId="{7E907A2E-5A2E-4F79-A71C-325F43644044}"/>
          </ac:spMkLst>
        </pc:spChg>
        <pc:spChg chg="mod">
          <ac:chgData name="海老澤 優" userId="4dd71858c3efb38d" providerId="LiveId" clId="{61B3BC33-C435-484B-9F4E-A87EB1910E13}" dt="2021-12-12T08:16:13.107" v="605"/>
          <ac:spMkLst>
            <pc:docMk/>
            <pc:sldMk cId="416190678" sldId="256"/>
            <ac:spMk id="36" creationId="{EABB93F9-32B3-4032-BD43-9EEBF285A3CA}"/>
          </ac:spMkLst>
        </pc:spChg>
        <pc:spChg chg="mod">
          <ac:chgData name="海老澤 優" userId="4dd71858c3efb38d" providerId="LiveId" clId="{61B3BC33-C435-484B-9F4E-A87EB1910E13}" dt="2021-12-12T08:16:13.107" v="605"/>
          <ac:spMkLst>
            <pc:docMk/>
            <pc:sldMk cId="416190678" sldId="256"/>
            <ac:spMk id="37" creationId="{7DF0B82A-CFA9-4A5F-93FB-A6B4AA9A6CE3}"/>
          </ac:spMkLst>
        </pc:spChg>
        <pc:grpChg chg="add mod">
          <ac:chgData name="海老澤 優" userId="4dd71858c3efb38d" providerId="LiveId" clId="{61B3BC33-C435-484B-9F4E-A87EB1910E13}" dt="2022-10-19T13:11:19.773" v="4412" actId="164"/>
          <ac:grpSpMkLst>
            <pc:docMk/>
            <pc:sldMk cId="416190678" sldId="256"/>
            <ac:grpSpMk id="2" creationId="{1EB4F6C3-D41B-44AC-A5E1-2043FA054E01}"/>
          </ac:grpSpMkLst>
        </pc:grpChg>
        <pc:grpChg chg="add mod">
          <ac:chgData name="海老澤 優" userId="4dd71858c3efb38d" providerId="LiveId" clId="{61B3BC33-C435-484B-9F4E-A87EB1910E13}" dt="2021-12-12T11:57:50.760" v="795" actId="164"/>
          <ac:grpSpMkLst>
            <pc:docMk/>
            <pc:sldMk cId="416190678" sldId="256"/>
            <ac:grpSpMk id="3" creationId="{57642264-34D1-4484-9EE1-279286DB3E64}"/>
          </ac:grpSpMkLst>
        </pc:grpChg>
        <pc:grpChg chg="add mod">
          <ac:chgData name="海老澤 優" userId="4dd71858c3efb38d" providerId="LiveId" clId="{61B3BC33-C435-484B-9F4E-A87EB1910E13}" dt="2022-10-19T13:11:19.773" v="4412" actId="164"/>
          <ac:grpSpMkLst>
            <pc:docMk/>
            <pc:sldMk cId="416190678" sldId="256"/>
            <ac:grpSpMk id="5" creationId="{D13C0F86-235B-F8AE-534B-EEA9E5F814E2}"/>
          </ac:grpSpMkLst>
        </pc:grpChg>
        <pc:grpChg chg="del">
          <ac:chgData name="海老澤 優" userId="4dd71858c3efb38d" providerId="LiveId" clId="{61B3BC33-C435-484B-9F4E-A87EB1910E13}" dt="2021-12-12T08:05:39.234" v="266" actId="165"/>
          <ac:grpSpMkLst>
            <pc:docMk/>
            <pc:sldMk cId="416190678" sldId="256"/>
            <ac:grpSpMk id="30" creationId="{28F1500E-A30D-4D1F-8C99-350063840CC4}"/>
          </ac:grpSpMkLst>
        </pc:grpChg>
        <pc:grpChg chg="del">
          <ac:chgData name="海老澤 優" userId="4dd71858c3efb38d" providerId="LiveId" clId="{61B3BC33-C435-484B-9F4E-A87EB1910E13}" dt="2021-12-12T11:57:42.587" v="794" actId="165"/>
          <ac:grpSpMkLst>
            <pc:docMk/>
            <pc:sldMk cId="416190678" sldId="256"/>
            <ac:grpSpMk id="31" creationId="{85F4B6A0-16F9-40FF-A294-D59AEB6FBA9E}"/>
          </ac:grpSpMkLst>
        </pc:grpChg>
        <pc:grpChg chg="add del mod">
          <ac:chgData name="海老澤 優" userId="4dd71858c3efb38d" providerId="LiveId" clId="{61B3BC33-C435-484B-9F4E-A87EB1910E13}" dt="2021-12-12T08:16:14.187" v="606" actId="478"/>
          <ac:grpSpMkLst>
            <pc:docMk/>
            <pc:sldMk cId="416190678" sldId="256"/>
            <ac:grpSpMk id="32" creationId="{5178CC34-35CE-43F1-809A-53EF620A0F4A}"/>
          </ac:grpSpMkLst>
        </pc:grpChg>
        <pc:cxnChg chg="mod topLvl">
          <ac:chgData name="海老澤 優" userId="4dd71858c3efb38d" providerId="LiveId" clId="{61B3BC33-C435-484B-9F4E-A87EB1910E13}" dt="2021-12-12T11:57:50.760" v="795" actId="164"/>
          <ac:cxnSpMkLst>
            <pc:docMk/>
            <pc:sldMk cId="416190678" sldId="256"/>
            <ac:cxnSpMk id="15" creationId="{59706373-7028-4913-99D3-833CF73E9D20}"/>
          </ac:cxnSpMkLst>
        </pc:cxnChg>
        <pc:cxnChg chg="mod topLvl">
          <ac:chgData name="海老澤 優" userId="4dd71858c3efb38d" providerId="LiveId" clId="{61B3BC33-C435-484B-9F4E-A87EB1910E13}" dt="2021-12-12T11:57:50.760" v="795" actId="164"/>
          <ac:cxnSpMkLst>
            <pc:docMk/>
            <pc:sldMk cId="416190678" sldId="256"/>
            <ac:cxnSpMk id="18" creationId="{6BB68475-69E7-4FDA-9768-C94E8CCE2872}"/>
          </ac:cxnSpMkLst>
        </pc:cxnChg>
        <pc:cxnChg chg="mod topLvl">
          <ac:chgData name="海老澤 優" userId="4dd71858c3efb38d" providerId="LiveId" clId="{61B3BC33-C435-484B-9F4E-A87EB1910E13}" dt="2021-12-12T08:16:06.631" v="604" actId="164"/>
          <ac:cxnSpMkLst>
            <pc:docMk/>
            <pc:sldMk cId="416190678" sldId="256"/>
            <ac:cxnSpMk id="24" creationId="{5F2F5A33-7528-48D2-BDDD-3F2581A737D6}"/>
          </ac:cxnSpMkLst>
        </pc:cxnChg>
        <pc:cxnChg chg="mod topLvl">
          <ac:chgData name="海老澤 優" userId="4dd71858c3efb38d" providerId="LiveId" clId="{61B3BC33-C435-484B-9F4E-A87EB1910E13}" dt="2022-10-19T13:11:19.773" v="4412" actId="164"/>
          <ac:cxnSpMkLst>
            <pc:docMk/>
            <pc:sldMk cId="416190678" sldId="256"/>
            <ac:cxnSpMk id="25" creationId="{DD3B1338-8351-414A-AFFD-9CDB9B789568}"/>
          </ac:cxnSpMkLst>
        </pc:cxnChg>
        <pc:cxnChg chg="mod">
          <ac:chgData name="海老澤 優" userId="4dd71858c3efb38d" providerId="LiveId" clId="{61B3BC33-C435-484B-9F4E-A87EB1910E13}" dt="2021-12-12T08:16:13.107" v="605"/>
          <ac:cxnSpMkLst>
            <pc:docMk/>
            <pc:sldMk cId="416190678" sldId="256"/>
            <ac:cxnSpMk id="33" creationId="{A8913BEB-E5A7-4E9E-91D2-1CDAF96F85E2}"/>
          </ac:cxnSpMkLst>
        </pc:cxnChg>
      </pc:sldChg>
      <pc:sldChg chg="addSp delSp modSp mod">
        <pc:chgData name="海老澤 優" userId="4dd71858c3efb38d" providerId="LiveId" clId="{61B3BC33-C435-484B-9F4E-A87EB1910E13}" dt="2021-12-26T08:08:25.960" v="1220" actId="1076"/>
        <pc:sldMkLst>
          <pc:docMk/>
          <pc:sldMk cId="346679677" sldId="257"/>
        </pc:sldMkLst>
        <pc:spChg chg="mod topLvl">
          <ac:chgData name="海老澤 優" userId="4dd71858c3efb38d" providerId="LiveId" clId="{61B3BC33-C435-484B-9F4E-A87EB1910E13}" dt="2021-12-12T08:07:46.695" v="448" actId="165"/>
          <ac:spMkLst>
            <pc:docMk/>
            <pc:sldMk cId="346679677" sldId="257"/>
            <ac:spMk id="5" creationId="{491DF392-F28F-47C6-A5AF-B36EBFC15D25}"/>
          </ac:spMkLst>
        </pc:spChg>
        <pc:spChg chg="mod topLvl">
          <ac:chgData name="海老澤 優" userId="4dd71858c3efb38d" providerId="LiveId" clId="{61B3BC33-C435-484B-9F4E-A87EB1910E13}" dt="2021-12-12T08:07:46.695" v="448" actId="165"/>
          <ac:spMkLst>
            <pc:docMk/>
            <pc:sldMk cId="346679677" sldId="257"/>
            <ac:spMk id="6" creationId="{C683A2D6-BDA0-4CB0-AF3E-9C1949E8937D}"/>
          </ac:spMkLst>
        </pc:spChg>
        <pc:spChg chg="mod topLvl">
          <ac:chgData name="海老澤 優" userId="4dd71858c3efb38d" providerId="LiveId" clId="{61B3BC33-C435-484B-9F4E-A87EB1910E13}" dt="2021-12-12T08:07:46.695" v="448" actId="165"/>
          <ac:spMkLst>
            <pc:docMk/>
            <pc:sldMk cId="346679677" sldId="257"/>
            <ac:spMk id="9" creationId="{0075F3D8-442C-4CCF-A28D-592974D6B23A}"/>
          </ac:spMkLst>
        </pc:spChg>
        <pc:spChg chg="mod topLvl">
          <ac:chgData name="海老澤 優" userId="4dd71858c3efb38d" providerId="LiveId" clId="{61B3BC33-C435-484B-9F4E-A87EB1910E13}" dt="2021-12-12T08:07:46.695" v="448" actId="165"/>
          <ac:spMkLst>
            <pc:docMk/>
            <pc:sldMk cId="346679677" sldId="257"/>
            <ac:spMk id="10" creationId="{D2CD3D04-4E5B-4080-B750-70EA9E1A210A}"/>
          </ac:spMkLst>
        </pc:spChg>
        <pc:spChg chg="mod topLvl">
          <ac:chgData name="海老澤 優" userId="4dd71858c3efb38d" providerId="LiveId" clId="{61B3BC33-C435-484B-9F4E-A87EB1910E13}" dt="2021-12-12T08:07:46.695" v="448" actId="165"/>
          <ac:spMkLst>
            <pc:docMk/>
            <pc:sldMk cId="346679677" sldId="257"/>
            <ac:spMk id="11" creationId="{E0F71C48-F470-4BB3-A865-CFD7A5BC06A0}"/>
          </ac:spMkLst>
        </pc:spChg>
        <pc:spChg chg="mod topLvl">
          <ac:chgData name="海老澤 優" userId="4dd71858c3efb38d" providerId="LiveId" clId="{61B3BC33-C435-484B-9F4E-A87EB1910E13}" dt="2021-12-12T08:07:56.361" v="449" actId="688"/>
          <ac:spMkLst>
            <pc:docMk/>
            <pc:sldMk cId="346679677" sldId="257"/>
            <ac:spMk id="14" creationId="{9B0CE22B-B58E-4380-AA19-C7F14D9C92BE}"/>
          </ac:spMkLst>
        </pc:spChg>
        <pc:spChg chg="mod topLvl">
          <ac:chgData name="海老澤 優" userId="4dd71858c3efb38d" providerId="LiveId" clId="{61B3BC33-C435-484B-9F4E-A87EB1910E13}" dt="2021-12-12T08:07:46.695" v="448" actId="165"/>
          <ac:spMkLst>
            <pc:docMk/>
            <pc:sldMk cId="346679677" sldId="257"/>
            <ac:spMk id="15" creationId="{33D8E25E-FAFD-483C-B4CC-BBD97E6AEA8E}"/>
          </ac:spMkLst>
        </pc:spChg>
        <pc:spChg chg="mod topLvl">
          <ac:chgData name="海老澤 優" userId="4dd71858c3efb38d" providerId="LiveId" clId="{61B3BC33-C435-484B-9F4E-A87EB1910E13}" dt="2021-12-12T08:07:46.695" v="448" actId="165"/>
          <ac:spMkLst>
            <pc:docMk/>
            <pc:sldMk cId="346679677" sldId="257"/>
            <ac:spMk id="17" creationId="{DACC1090-5474-45BC-A73C-B5C79FA333C2}"/>
          </ac:spMkLst>
        </pc:spChg>
        <pc:spChg chg="mod topLvl">
          <ac:chgData name="海老澤 優" userId="4dd71858c3efb38d" providerId="LiveId" clId="{61B3BC33-C435-484B-9F4E-A87EB1910E13}" dt="2021-12-12T08:07:46.695" v="448" actId="165"/>
          <ac:spMkLst>
            <pc:docMk/>
            <pc:sldMk cId="346679677" sldId="257"/>
            <ac:spMk id="18" creationId="{4AA7C831-2D29-4D0C-9F41-D64E0993E19C}"/>
          </ac:spMkLst>
        </pc:spChg>
        <pc:spChg chg="mod topLvl">
          <ac:chgData name="海老澤 優" userId="4dd71858c3efb38d" providerId="LiveId" clId="{61B3BC33-C435-484B-9F4E-A87EB1910E13}" dt="2021-12-12T08:07:46.695" v="448" actId="165"/>
          <ac:spMkLst>
            <pc:docMk/>
            <pc:sldMk cId="346679677" sldId="257"/>
            <ac:spMk id="19" creationId="{2F8DD934-C232-4F08-A201-80FAF52C054C}"/>
          </ac:spMkLst>
        </pc:spChg>
        <pc:spChg chg="add mod">
          <ac:chgData name="海老澤 優" userId="4dd71858c3efb38d" providerId="LiveId" clId="{61B3BC33-C435-484B-9F4E-A87EB1910E13}" dt="2021-12-26T08:08:16.636" v="1219" actId="1076"/>
          <ac:spMkLst>
            <pc:docMk/>
            <pc:sldMk cId="346679677" sldId="257"/>
            <ac:spMk id="22" creationId="{CF4B234D-FD5D-4944-A0E2-845560F1FEF2}"/>
          </ac:spMkLst>
        </pc:spChg>
        <pc:spChg chg="mod">
          <ac:chgData name="海老澤 優" userId="4dd71858c3efb38d" providerId="LiveId" clId="{61B3BC33-C435-484B-9F4E-A87EB1910E13}" dt="2021-12-26T08:08:25.960" v="1220" actId="1076"/>
          <ac:spMkLst>
            <pc:docMk/>
            <pc:sldMk cId="346679677" sldId="257"/>
            <ac:spMk id="25" creationId="{F8F065D9-DC11-4BAD-8C5A-6F2414442702}"/>
          </ac:spMkLst>
        </pc:spChg>
        <pc:spChg chg="mod topLvl">
          <ac:chgData name="海老澤 優" userId="4dd71858c3efb38d" providerId="LiveId" clId="{61B3BC33-C435-484B-9F4E-A87EB1910E13}" dt="2021-12-26T08:07:54.708" v="1216" actId="1076"/>
          <ac:spMkLst>
            <pc:docMk/>
            <pc:sldMk cId="346679677" sldId="257"/>
            <ac:spMk id="26" creationId="{8F9A8705-4BC8-49BA-9D18-8D067B49D577}"/>
          </ac:spMkLst>
        </pc:spChg>
        <pc:spChg chg="del mod topLvl">
          <ac:chgData name="海老澤 優" userId="4dd71858c3efb38d" providerId="LiveId" clId="{61B3BC33-C435-484B-9F4E-A87EB1910E13}" dt="2021-12-26T08:08:00.449" v="1217" actId="478"/>
          <ac:spMkLst>
            <pc:docMk/>
            <pc:sldMk cId="346679677" sldId="257"/>
            <ac:spMk id="27" creationId="{573A2EC5-3547-4A9B-9F2B-EDF88A2746A7}"/>
          </ac:spMkLst>
        </pc:spChg>
        <pc:grpChg chg="add del mod">
          <ac:chgData name="海老澤 優" userId="4dd71858c3efb38d" providerId="LiveId" clId="{61B3BC33-C435-484B-9F4E-A87EB1910E13}" dt="2021-12-12T08:07:41.301" v="447" actId="165"/>
          <ac:grpSpMkLst>
            <pc:docMk/>
            <pc:sldMk cId="346679677" sldId="257"/>
            <ac:grpSpMk id="2" creationId="{22DE7886-C6EB-4DE1-9588-96620B72BC12}"/>
          </ac:grpSpMkLst>
        </pc:grpChg>
        <pc:grpChg chg="del mod topLvl">
          <ac:chgData name="海老澤 優" userId="4dd71858c3efb38d" providerId="LiveId" clId="{61B3BC33-C435-484B-9F4E-A87EB1910E13}" dt="2021-12-12T08:07:46.695" v="448" actId="165"/>
          <ac:grpSpMkLst>
            <pc:docMk/>
            <pc:sldMk cId="346679677" sldId="257"/>
            <ac:grpSpMk id="22" creationId="{0A62E6B8-95DE-4073-ADC5-7DAFAB37A3EC}"/>
          </ac:grpSpMkLst>
        </pc:grpChg>
        <pc:cxnChg chg="mod topLvl">
          <ac:chgData name="海老澤 優" userId="4dd71858c3efb38d" providerId="LiveId" clId="{61B3BC33-C435-484B-9F4E-A87EB1910E13}" dt="2021-12-12T08:07:46.695" v="448" actId="165"/>
          <ac:cxnSpMkLst>
            <pc:docMk/>
            <pc:sldMk cId="346679677" sldId="257"/>
            <ac:cxnSpMk id="7" creationId="{9165F923-D0CE-4A4A-B957-6C13C0508FFE}"/>
          </ac:cxnSpMkLst>
        </pc:cxnChg>
        <pc:cxnChg chg="mod topLvl">
          <ac:chgData name="海老澤 優" userId="4dd71858c3efb38d" providerId="LiveId" clId="{61B3BC33-C435-484B-9F4E-A87EB1910E13}" dt="2021-12-12T08:07:46.695" v="448" actId="165"/>
          <ac:cxnSpMkLst>
            <pc:docMk/>
            <pc:sldMk cId="346679677" sldId="257"/>
            <ac:cxnSpMk id="8" creationId="{CE3FF059-56BD-4172-824B-023A61422287}"/>
          </ac:cxnSpMkLst>
        </pc:cxnChg>
        <pc:cxnChg chg="mod topLvl">
          <ac:chgData name="海老澤 優" userId="4dd71858c3efb38d" providerId="LiveId" clId="{61B3BC33-C435-484B-9F4E-A87EB1910E13}" dt="2021-12-12T08:07:46.695" v="448" actId="165"/>
          <ac:cxnSpMkLst>
            <pc:docMk/>
            <pc:sldMk cId="346679677" sldId="257"/>
            <ac:cxnSpMk id="13" creationId="{E44EFE39-CEAA-485F-88A8-414A8C17831A}"/>
          </ac:cxnSpMkLst>
        </pc:cxnChg>
        <pc:cxnChg chg="mod topLvl">
          <ac:chgData name="海老澤 優" userId="4dd71858c3efb38d" providerId="LiveId" clId="{61B3BC33-C435-484B-9F4E-A87EB1910E13}" dt="2021-12-12T08:07:46.695" v="448" actId="165"/>
          <ac:cxnSpMkLst>
            <pc:docMk/>
            <pc:sldMk cId="346679677" sldId="257"/>
            <ac:cxnSpMk id="16" creationId="{32FE79C8-5E8C-49A8-97C0-6C1AC1C7C1FF}"/>
          </ac:cxnSpMkLst>
        </pc:cxnChg>
      </pc:sldChg>
      <pc:sldChg chg="addSp delSp modSp new mod">
        <pc:chgData name="海老澤 優" userId="4dd71858c3efb38d" providerId="LiveId" clId="{61B3BC33-C435-484B-9F4E-A87EB1910E13}" dt="2021-12-27T09:55:41.319" v="1385" actId="1076"/>
        <pc:sldMkLst>
          <pc:docMk/>
          <pc:sldMk cId="4028908368" sldId="258"/>
        </pc:sldMkLst>
        <pc:spChg chg="del">
          <ac:chgData name="海老澤 優" userId="4dd71858c3efb38d" providerId="LiveId" clId="{61B3BC33-C435-484B-9F4E-A87EB1910E13}" dt="2021-12-12T02:54:31.459" v="1" actId="478"/>
          <ac:spMkLst>
            <pc:docMk/>
            <pc:sldMk cId="4028908368" sldId="258"/>
            <ac:spMk id="2" creationId="{7036F848-AAEC-4538-8616-E5D4D9AB36DC}"/>
          </ac:spMkLst>
        </pc:spChg>
        <pc:spChg chg="add del mod">
          <ac:chgData name="海老澤 優" userId="4dd71858c3efb38d" providerId="LiveId" clId="{61B3BC33-C435-484B-9F4E-A87EB1910E13}" dt="2021-12-27T09:44:11.389" v="1311" actId="767"/>
          <ac:spMkLst>
            <pc:docMk/>
            <pc:sldMk cId="4028908368" sldId="258"/>
            <ac:spMk id="2" creationId="{70A4E1A3-7A7A-4170-84C1-C6093FCE3523}"/>
          </ac:spMkLst>
        </pc:spChg>
        <pc:spChg chg="del">
          <ac:chgData name="海老澤 優" userId="4dd71858c3efb38d" providerId="LiveId" clId="{61B3BC33-C435-484B-9F4E-A87EB1910E13}" dt="2021-12-12T02:54:34.424" v="2" actId="478"/>
          <ac:spMkLst>
            <pc:docMk/>
            <pc:sldMk cId="4028908368" sldId="258"/>
            <ac:spMk id="3" creationId="{23C153E1-A7F3-467A-A28F-26DEC9F0F0B9}"/>
          </ac:spMkLst>
        </pc:spChg>
        <pc:spChg chg="add del mod">
          <ac:chgData name="海老澤 優" userId="4dd71858c3efb38d" providerId="LiveId" clId="{61B3BC33-C435-484B-9F4E-A87EB1910E13}" dt="2021-12-27T09:55:04.741" v="1379" actId="478"/>
          <ac:spMkLst>
            <pc:docMk/>
            <pc:sldMk cId="4028908368" sldId="258"/>
            <ac:spMk id="3" creationId="{7A5AE02B-D3A8-4AAB-86A3-5C6ED03DEC40}"/>
          </ac:spMkLst>
        </pc:spChg>
        <pc:spChg chg="mod topLvl">
          <ac:chgData name="海老澤 優" userId="4dd71858c3efb38d" providerId="LiveId" clId="{61B3BC33-C435-484B-9F4E-A87EB1910E13}" dt="2021-12-27T09:55:41.319" v="1385" actId="1076"/>
          <ac:spMkLst>
            <pc:docMk/>
            <pc:sldMk cId="4028908368" sldId="258"/>
            <ac:spMk id="6" creationId="{5AE10C12-8231-4CE8-A2DD-BBE1BBE28A1D}"/>
          </ac:spMkLst>
        </pc:spChg>
        <pc:spChg chg="mod topLvl">
          <ac:chgData name="海老澤 優" userId="4dd71858c3efb38d" providerId="LiveId" clId="{61B3BC33-C435-484B-9F4E-A87EB1910E13}" dt="2021-12-27T09:40:25.120" v="1293" actId="1076"/>
          <ac:spMkLst>
            <pc:docMk/>
            <pc:sldMk cId="4028908368" sldId="258"/>
            <ac:spMk id="7" creationId="{AFC49548-5F01-4383-A2C4-6B037A845C51}"/>
          </ac:spMkLst>
        </pc:spChg>
        <pc:spChg chg="mod topLvl">
          <ac:chgData name="海老澤 優" userId="4dd71858c3efb38d" providerId="LiveId" clId="{61B3BC33-C435-484B-9F4E-A87EB1910E13}" dt="2021-12-12T02:58:11.189" v="132" actId="165"/>
          <ac:spMkLst>
            <pc:docMk/>
            <pc:sldMk cId="4028908368" sldId="258"/>
            <ac:spMk id="8" creationId="{43EF648D-38D7-430B-918B-B6758F2359B4}"/>
          </ac:spMkLst>
        </pc:spChg>
        <pc:spChg chg="mod topLvl">
          <ac:chgData name="海老澤 優" userId="4dd71858c3efb38d" providerId="LiveId" clId="{61B3BC33-C435-484B-9F4E-A87EB1910E13}" dt="2021-12-12T02:58:11.189" v="132" actId="165"/>
          <ac:spMkLst>
            <pc:docMk/>
            <pc:sldMk cId="4028908368" sldId="258"/>
            <ac:spMk id="9" creationId="{DDD1490E-7527-4906-94BA-30923F675392}"/>
          </ac:spMkLst>
        </pc:spChg>
        <pc:spChg chg="mod topLvl">
          <ac:chgData name="海老澤 優" userId="4dd71858c3efb38d" providerId="LiveId" clId="{61B3BC33-C435-484B-9F4E-A87EB1910E13}" dt="2021-12-12T02:58:11.189" v="132" actId="165"/>
          <ac:spMkLst>
            <pc:docMk/>
            <pc:sldMk cId="4028908368" sldId="258"/>
            <ac:spMk id="12" creationId="{95B3105B-86F7-41B9-91AC-BA4E87656CCA}"/>
          </ac:spMkLst>
        </pc:spChg>
        <pc:spChg chg="mod topLvl">
          <ac:chgData name="海老澤 優" userId="4dd71858c3efb38d" providerId="LiveId" clId="{61B3BC33-C435-484B-9F4E-A87EB1910E13}" dt="2021-12-12T02:58:11.189" v="132" actId="165"/>
          <ac:spMkLst>
            <pc:docMk/>
            <pc:sldMk cId="4028908368" sldId="258"/>
            <ac:spMk id="13" creationId="{7D0007AE-1DEC-4A99-ABB8-AF14B5E868BB}"/>
          </ac:spMkLst>
        </pc:spChg>
        <pc:spChg chg="mod topLvl">
          <ac:chgData name="海老澤 優" userId="4dd71858c3efb38d" providerId="LiveId" clId="{61B3BC33-C435-484B-9F4E-A87EB1910E13}" dt="2021-12-27T09:54:17.426" v="1366" actId="14100"/>
          <ac:spMkLst>
            <pc:docMk/>
            <pc:sldMk cId="4028908368" sldId="258"/>
            <ac:spMk id="14" creationId="{F41C7A36-1D12-4164-8D36-F2FE9D70F455}"/>
          </ac:spMkLst>
        </pc:spChg>
        <pc:spChg chg="mod topLvl">
          <ac:chgData name="海老澤 優" userId="4dd71858c3efb38d" providerId="LiveId" clId="{61B3BC33-C435-484B-9F4E-A87EB1910E13}" dt="2021-12-12T08:08:46.223" v="450" actId="688"/>
          <ac:spMkLst>
            <pc:docMk/>
            <pc:sldMk cId="4028908368" sldId="258"/>
            <ac:spMk id="16" creationId="{D7381766-87B8-42B6-A096-8547B90D3931}"/>
          </ac:spMkLst>
        </pc:spChg>
        <pc:spChg chg="mod topLvl">
          <ac:chgData name="海老澤 優" userId="4dd71858c3efb38d" providerId="LiveId" clId="{61B3BC33-C435-484B-9F4E-A87EB1910E13}" dt="2021-12-12T03:03:33.254" v="195" actId="165"/>
          <ac:spMkLst>
            <pc:docMk/>
            <pc:sldMk cId="4028908368" sldId="258"/>
            <ac:spMk id="17" creationId="{167E76E0-759F-45AF-A783-E7177CCF8C5E}"/>
          </ac:spMkLst>
        </pc:spChg>
        <pc:spChg chg="mod topLvl">
          <ac:chgData name="海老澤 優" userId="4dd71858c3efb38d" providerId="LiveId" clId="{61B3BC33-C435-484B-9F4E-A87EB1910E13}" dt="2021-12-12T03:03:33.254" v="195" actId="165"/>
          <ac:spMkLst>
            <pc:docMk/>
            <pc:sldMk cId="4028908368" sldId="258"/>
            <ac:spMk id="19" creationId="{01851132-6A5E-4294-A7EF-B68A74E8D96F}"/>
          </ac:spMkLst>
        </pc:spChg>
        <pc:spChg chg="mod topLvl">
          <ac:chgData name="海老澤 優" userId="4dd71858c3efb38d" providerId="LiveId" clId="{61B3BC33-C435-484B-9F4E-A87EB1910E13}" dt="2021-12-12T03:03:33.254" v="195" actId="165"/>
          <ac:spMkLst>
            <pc:docMk/>
            <pc:sldMk cId="4028908368" sldId="258"/>
            <ac:spMk id="20" creationId="{6127BE55-26A5-4575-8C43-5F1437C700AE}"/>
          </ac:spMkLst>
        </pc:spChg>
        <pc:spChg chg="mod topLvl">
          <ac:chgData name="海老澤 優" userId="4dd71858c3efb38d" providerId="LiveId" clId="{61B3BC33-C435-484B-9F4E-A87EB1910E13}" dt="2021-12-27T09:54:16.919" v="1363" actId="1076"/>
          <ac:spMkLst>
            <pc:docMk/>
            <pc:sldMk cId="4028908368" sldId="258"/>
            <ac:spMk id="21" creationId="{55235218-BD22-4CE3-8D9E-59090B62CE8D}"/>
          </ac:spMkLst>
        </pc:spChg>
        <pc:spChg chg="mod">
          <ac:chgData name="海老澤 優" userId="4dd71858c3efb38d" providerId="LiveId" clId="{61B3BC33-C435-484B-9F4E-A87EB1910E13}" dt="2021-12-12T02:55:24.911" v="7"/>
          <ac:spMkLst>
            <pc:docMk/>
            <pc:sldMk cId="4028908368" sldId="258"/>
            <ac:spMk id="23" creationId="{A531BC18-3D74-4F98-9D0E-1CA7CF24899A}"/>
          </ac:spMkLst>
        </pc:spChg>
        <pc:spChg chg="mod">
          <ac:chgData name="海老澤 優" userId="4dd71858c3efb38d" providerId="LiveId" clId="{61B3BC33-C435-484B-9F4E-A87EB1910E13}" dt="2021-12-12T02:55:24.911" v="7"/>
          <ac:spMkLst>
            <pc:docMk/>
            <pc:sldMk cId="4028908368" sldId="258"/>
            <ac:spMk id="24" creationId="{4F73C8A9-65B6-439C-BE65-3EF7CA9BB258}"/>
          </ac:spMkLst>
        </pc:spChg>
        <pc:spChg chg="mod">
          <ac:chgData name="海老澤 優" userId="4dd71858c3efb38d" providerId="LiveId" clId="{61B3BC33-C435-484B-9F4E-A87EB1910E13}" dt="2021-12-12T02:55:24.911" v="7"/>
          <ac:spMkLst>
            <pc:docMk/>
            <pc:sldMk cId="4028908368" sldId="258"/>
            <ac:spMk id="27" creationId="{C2162776-2066-493E-A71F-FC58602AA71D}"/>
          </ac:spMkLst>
        </pc:spChg>
        <pc:spChg chg="mod">
          <ac:chgData name="海老澤 優" userId="4dd71858c3efb38d" providerId="LiveId" clId="{61B3BC33-C435-484B-9F4E-A87EB1910E13}" dt="2021-12-12T02:55:24.911" v="7"/>
          <ac:spMkLst>
            <pc:docMk/>
            <pc:sldMk cId="4028908368" sldId="258"/>
            <ac:spMk id="28" creationId="{B3F59C66-EE41-49F3-8A23-83EC1A6DAD6D}"/>
          </ac:spMkLst>
        </pc:spChg>
        <pc:spChg chg="mod">
          <ac:chgData name="海老澤 優" userId="4dd71858c3efb38d" providerId="LiveId" clId="{61B3BC33-C435-484B-9F4E-A87EB1910E13}" dt="2021-12-12T02:55:24.911" v="7"/>
          <ac:spMkLst>
            <pc:docMk/>
            <pc:sldMk cId="4028908368" sldId="258"/>
            <ac:spMk id="29" creationId="{386147E8-A9D3-4B6C-948F-C2E1D27AF869}"/>
          </ac:spMkLst>
        </pc:spChg>
        <pc:spChg chg="mod">
          <ac:chgData name="海老澤 優" userId="4dd71858c3efb38d" providerId="LiveId" clId="{61B3BC33-C435-484B-9F4E-A87EB1910E13}" dt="2021-12-12T02:55:24.911" v="7"/>
          <ac:spMkLst>
            <pc:docMk/>
            <pc:sldMk cId="4028908368" sldId="258"/>
            <ac:spMk id="31" creationId="{CC266191-9912-4C69-8F60-96670430A9AC}"/>
          </ac:spMkLst>
        </pc:spChg>
        <pc:spChg chg="add del mod">
          <ac:chgData name="海老澤 優" userId="4dd71858c3efb38d" providerId="LiveId" clId="{61B3BC33-C435-484B-9F4E-A87EB1910E13}" dt="2021-12-27T09:54:27.505" v="1369" actId="478"/>
          <ac:spMkLst>
            <pc:docMk/>
            <pc:sldMk cId="4028908368" sldId="258"/>
            <ac:spMk id="32" creationId="{7099B88C-5DCB-426F-A907-961B60E22611}"/>
          </ac:spMkLst>
        </pc:spChg>
        <pc:spChg chg="mod">
          <ac:chgData name="海老澤 優" userId="4dd71858c3efb38d" providerId="LiveId" clId="{61B3BC33-C435-484B-9F4E-A87EB1910E13}" dt="2021-12-12T02:55:24.911" v="7"/>
          <ac:spMkLst>
            <pc:docMk/>
            <pc:sldMk cId="4028908368" sldId="258"/>
            <ac:spMk id="32" creationId="{71ECE77A-749D-4034-A8C9-5E4E6FCC1374}"/>
          </ac:spMkLst>
        </pc:spChg>
        <pc:spChg chg="add del mod">
          <ac:chgData name="海老澤 優" userId="4dd71858c3efb38d" providerId="LiveId" clId="{61B3BC33-C435-484B-9F4E-A87EB1910E13}" dt="2021-12-27T09:54:16.262" v="1359"/>
          <ac:spMkLst>
            <pc:docMk/>
            <pc:sldMk cId="4028908368" sldId="258"/>
            <ac:spMk id="33" creationId="{EF29A68F-5750-4131-B6D3-49E6C3A31286}"/>
          </ac:spMkLst>
        </pc:spChg>
        <pc:spChg chg="mod">
          <ac:chgData name="海老澤 優" userId="4dd71858c3efb38d" providerId="LiveId" clId="{61B3BC33-C435-484B-9F4E-A87EB1910E13}" dt="2021-12-12T02:55:24.911" v="7"/>
          <ac:spMkLst>
            <pc:docMk/>
            <pc:sldMk cId="4028908368" sldId="258"/>
            <ac:spMk id="34" creationId="{A00D0F89-C838-443B-B2EC-7247F4AE229F}"/>
          </ac:spMkLst>
        </pc:spChg>
        <pc:spChg chg="mod">
          <ac:chgData name="海老澤 優" userId="4dd71858c3efb38d" providerId="LiveId" clId="{61B3BC33-C435-484B-9F4E-A87EB1910E13}" dt="2021-12-12T02:55:24.911" v="7"/>
          <ac:spMkLst>
            <pc:docMk/>
            <pc:sldMk cId="4028908368" sldId="258"/>
            <ac:spMk id="35" creationId="{8B53C0BE-0063-40C2-976E-71543B11C5A0}"/>
          </ac:spMkLst>
        </pc:spChg>
        <pc:spChg chg="mod">
          <ac:chgData name="海老澤 優" userId="4dd71858c3efb38d" providerId="LiveId" clId="{61B3BC33-C435-484B-9F4E-A87EB1910E13}" dt="2021-12-12T02:55:24.911" v="7"/>
          <ac:spMkLst>
            <pc:docMk/>
            <pc:sldMk cId="4028908368" sldId="258"/>
            <ac:spMk id="36" creationId="{D8329E61-0467-4CB9-895B-C16FADA9E1F6}"/>
          </ac:spMkLst>
        </pc:spChg>
        <pc:spChg chg="add del mod">
          <ac:chgData name="海老澤 優" userId="4dd71858c3efb38d" providerId="LiveId" clId="{61B3BC33-C435-484B-9F4E-A87EB1910E13}" dt="2021-12-12T02:55:27.750" v="8"/>
          <ac:spMkLst>
            <pc:docMk/>
            <pc:sldMk cId="4028908368" sldId="258"/>
            <ac:spMk id="37" creationId="{66AA06EC-0508-49A9-A0EF-302378C97867}"/>
          </ac:spMkLst>
        </pc:spChg>
        <pc:spChg chg="add del mod">
          <ac:chgData name="海老澤 優" userId="4dd71858c3efb38d" providerId="LiveId" clId="{61B3BC33-C435-484B-9F4E-A87EB1910E13}" dt="2021-12-12T02:55:27.750" v="8"/>
          <ac:spMkLst>
            <pc:docMk/>
            <pc:sldMk cId="4028908368" sldId="258"/>
            <ac:spMk id="38" creationId="{027CDF04-E676-458A-8DE4-2A148B24988E}"/>
          </ac:spMkLst>
        </pc:spChg>
        <pc:spChg chg="add mod topLvl">
          <ac:chgData name="海老澤 優" userId="4dd71858c3efb38d" providerId="LiveId" clId="{61B3BC33-C435-484B-9F4E-A87EB1910E13}" dt="2021-12-27T09:40:21.003" v="1292" actId="1076"/>
          <ac:spMkLst>
            <pc:docMk/>
            <pc:sldMk cId="4028908368" sldId="258"/>
            <ac:spMk id="39" creationId="{CA64EB4A-F951-4516-BE46-D70C99D67F27}"/>
          </ac:spMkLst>
        </pc:spChg>
        <pc:spChg chg="add mod">
          <ac:chgData name="海老澤 優" userId="4dd71858c3efb38d" providerId="LiveId" clId="{61B3BC33-C435-484B-9F4E-A87EB1910E13}" dt="2021-12-27T09:54:36.929" v="1373" actId="1076"/>
          <ac:spMkLst>
            <pc:docMk/>
            <pc:sldMk cId="4028908368" sldId="258"/>
            <ac:spMk id="43" creationId="{4B390A2E-ADB9-481B-9F18-55B3A3F5FA7A}"/>
          </ac:spMkLst>
        </pc:spChg>
        <pc:spChg chg="add mod">
          <ac:chgData name="海老澤 優" userId="4dd71858c3efb38d" providerId="LiveId" clId="{61B3BC33-C435-484B-9F4E-A87EB1910E13}" dt="2021-12-12T03:02:12.937" v="188" actId="1076"/>
          <ac:spMkLst>
            <pc:docMk/>
            <pc:sldMk cId="4028908368" sldId="258"/>
            <ac:spMk id="44" creationId="{E1B719E4-1C09-4D23-AA0E-398D36F2494F}"/>
          </ac:spMkLst>
        </pc:spChg>
        <pc:spChg chg="add del mod">
          <ac:chgData name="海老澤 優" userId="4dd71858c3efb38d" providerId="LiveId" clId="{61B3BC33-C435-484B-9F4E-A87EB1910E13}" dt="2021-12-12T03:02:56.067" v="191" actId="478"/>
          <ac:spMkLst>
            <pc:docMk/>
            <pc:sldMk cId="4028908368" sldId="258"/>
            <ac:spMk id="48" creationId="{F526F69B-427D-40B6-A885-7BD84A856533}"/>
          </ac:spMkLst>
        </pc:spChg>
        <pc:spChg chg="add del mod">
          <ac:chgData name="海老澤 優" userId="4dd71858c3efb38d" providerId="LiveId" clId="{61B3BC33-C435-484B-9F4E-A87EB1910E13}" dt="2021-12-12T03:01:43.499" v="172" actId="478"/>
          <ac:spMkLst>
            <pc:docMk/>
            <pc:sldMk cId="4028908368" sldId="258"/>
            <ac:spMk id="49" creationId="{A92F0471-BF3A-450C-BBE0-38BA3938EABF}"/>
          </ac:spMkLst>
        </pc:spChg>
        <pc:spChg chg="add mod">
          <ac:chgData name="海老澤 優" userId="4dd71858c3efb38d" providerId="LiveId" clId="{61B3BC33-C435-484B-9F4E-A87EB1910E13}" dt="2021-12-27T09:55:28.299" v="1382" actId="1076"/>
          <ac:spMkLst>
            <pc:docMk/>
            <pc:sldMk cId="4028908368" sldId="258"/>
            <ac:spMk id="50" creationId="{33A75C85-92D9-432F-A97B-AA1DF5C7DAD5}"/>
          </ac:spMkLst>
        </pc:spChg>
        <pc:spChg chg="add mod">
          <ac:chgData name="海老澤 優" userId="4dd71858c3efb38d" providerId="LiveId" clId="{61B3BC33-C435-484B-9F4E-A87EB1910E13}" dt="2021-12-27T09:54:51.234" v="1374" actId="1076"/>
          <ac:spMkLst>
            <pc:docMk/>
            <pc:sldMk cId="4028908368" sldId="258"/>
            <ac:spMk id="51" creationId="{6D5A1580-B8AC-4EF9-A526-CF138D6F94B0}"/>
          </ac:spMkLst>
        </pc:spChg>
        <pc:spChg chg="add mod">
          <ac:chgData name="海老澤 優" userId="4dd71858c3efb38d" providerId="LiveId" clId="{61B3BC33-C435-484B-9F4E-A87EB1910E13}" dt="2021-12-27T09:55:16.382" v="1381" actId="1076"/>
          <ac:spMkLst>
            <pc:docMk/>
            <pc:sldMk cId="4028908368" sldId="258"/>
            <ac:spMk id="53" creationId="{1CA0BB18-BAE0-4473-85BB-018A2B2170A1}"/>
          </ac:spMkLst>
        </pc:spChg>
        <pc:spChg chg="add mod">
          <ac:chgData name="海老澤 優" userId="4dd71858c3efb38d" providerId="LiveId" clId="{61B3BC33-C435-484B-9F4E-A87EB1910E13}" dt="2021-12-27T09:55:08.067" v="1380" actId="1076"/>
          <ac:spMkLst>
            <pc:docMk/>
            <pc:sldMk cId="4028908368" sldId="258"/>
            <ac:spMk id="54" creationId="{F5129E94-CFBF-401A-A16A-D49C076FB9A8}"/>
          </ac:spMkLst>
        </pc:spChg>
        <pc:spChg chg="add del mod">
          <ac:chgData name="海老澤 優" userId="4dd71858c3efb38d" providerId="LiveId" clId="{61B3BC33-C435-484B-9F4E-A87EB1910E13}" dt="2021-12-27T09:55:32.598" v="1383" actId="478"/>
          <ac:spMkLst>
            <pc:docMk/>
            <pc:sldMk cId="4028908368" sldId="258"/>
            <ac:spMk id="55" creationId="{4C863A27-311E-463A-8957-B69488C7648D}"/>
          </ac:spMkLst>
        </pc:spChg>
        <pc:grpChg chg="add del mod">
          <ac:chgData name="海老澤 優" userId="4dd71858c3efb38d" providerId="LiveId" clId="{61B3BC33-C435-484B-9F4E-A87EB1910E13}" dt="2021-12-12T02:55:20.065" v="6" actId="165"/>
          <ac:grpSpMkLst>
            <pc:docMk/>
            <pc:sldMk cId="4028908368" sldId="258"/>
            <ac:grpSpMk id="4" creationId="{15DC4825-499D-49C9-97A8-886FDEBA834B}"/>
          </ac:grpSpMkLst>
        </pc:grpChg>
        <pc:grpChg chg="del mod topLvl">
          <ac:chgData name="海老澤 優" userId="4dd71858c3efb38d" providerId="LiveId" clId="{61B3BC33-C435-484B-9F4E-A87EB1910E13}" dt="2021-12-12T02:55:34.032" v="10" actId="165"/>
          <ac:grpSpMkLst>
            <pc:docMk/>
            <pc:sldMk cId="4028908368" sldId="258"/>
            <ac:grpSpMk id="5" creationId="{A1F84E25-607B-4352-8EF8-52BC84433B6F}"/>
          </ac:grpSpMkLst>
        </pc:grpChg>
        <pc:grpChg chg="add del mod">
          <ac:chgData name="海老澤 優" userId="4dd71858c3efb38d" providerId="LiveId" clId="{61B3BC33-C435-484B-9F4E-A87EB1910E13}" dt="2021-12-12T02:55:27.750" v="8"/>
          <ac:grpSpMkLst>
            <pc:docMk/>
            <pc:sldMk cId="4028908368" sldId="258"/>
            <ac:grpSpMk id="22" creationId="{51C2264B-BF9D-49BF-9829-D100C6FE04C8}"/>
          </ac:grpSpMkLst>
        </pc:grpChg>
        <pc:grpChg chg="add del mod">
          <ac:chgData name="海老澤 優" userId="4dd71858c3efb38d" providerId="LiveId" clId="{61B3BC33-C435-484B-9F4E-A87EB1910E13}" dt="2021-12-12T02:58:11.189" v="132" actId="165"/>
          <ac:grpSpMkLst>
            <pc:docMk/>
            <pc:sldMk cId="4028908368" sldId="258"/>
            <ac:grpSpMk id="40" creationId="{D53CEFC2-B005-4CA7-A817-E931B9199930}"/>
          </ac:grpSpMkLst>
        </pc:grpChg>
        <pc:grpChg chg="add del mod">
          <ac:chgData name="海老澤 優" userId="4dd71858c3efb38d" providerId="LiveId" clId="{61B3BC33-C435-484B-9F4E-A87EB1910E13}" dt="2021-12-12T02:57:58.844" v="130" actId="165"/>
          <ac:grpSpMkLst>
            <pc:docMk/>
            <pc:sldMk cId="4028908368" sldId="258"/>
            <ac:grpSpMk id="45" creationId="{C65331E3-C353-437B-94DC-1D17F97048F5}"/>
          </ac:grpSpMkLst>
        </pc:grpChg>
        <pc:grpChg chg="add del mod">
          <ac:chgData name="海老澤 優" userId="4dd71858c3efb38d" providerId="LiveId" clId="{61B3BC33-C435-484B-9F4E-A87EB1910E13}" dt="2021-12-12T03:03:33.254" v="195" actId="165"/>
          <ac:grpSpMkLst>
            <pc:docMk/>
            <pc:sldMk cId="4028908368" sldId="258"/>
            <ac:grpSpMk id="52" creationId="{D3E9767B-1086-437C-93FD-F91ED86ABAE0}"/>
          </ac:grpSpMkLst>
        </pc:grpChg>
        <pc:grpChg chg="add mod">
          <ac:chgData name="海老澤 優" userId="4dd71858c3efb38d" providerId="LiveId" clId="{61B3BC33-C435-484B-9F4E-A87EB1910E13}" dt="2021-12-12T08:20:33.784" v="634" actId="164"/>
          <ac:grpSpMkLst>
            <pc:docMk/>
            <pc:sldMk cId="4028908368" sldId="258"/>
            <ac:grpSpMk id="56" creationId="{1FAD1DC7-DA2B-4450-8DEE-F63611A092CB}"/>
          </ac:grpSpMkLst>
        </pc:grpChg>
        <pc:grpChg chg="add del mod">
          <ac:chgData name="海老澤 優" userId="4dd71858c3efb38d" providerId="LiveId" clId="{61B3BC33-C435-484B-9F4E-A87EB1910E13}" dt="2021-12-12T08:20:37.251" v="636" actId="478"/>
          <ac:grpSpMkLst>
            <pc:docMk/>
            <pc:sldMk cId="4028908368" sldId="258"/>
            <ac:grpSpMk id="57" creationId="{1D38C0D2-08CB-4B2A-B5CF-9787E19ED5E6}"/>
          </ac:grpSpMkLst>
        </pc:grpChg>
        <pc:cxnChg chg="del mod topLvl">
          <ac:chgData name="海老澤 優" userId="4dd71858c3efb38d" providerId="LiveId" clId="{61B3BC33-C435-484B-9F4E-A87EB1910E13}" dt="2021-12-12T03:03:12.106" v="192" actId="478"/>
          <ac:cxnSpMkLst>
            <pc:docMk/>
            <pc:sldMk cId="4028908368" sldId="258"/>
            <ac:cxnSpMk id="10" creationId="{47D60AB8-8D2A-4E7E-A54E-D67B4C20E0E6}"/>
          </ac:cxnSpMkLst>
        </pc:cxnChg>
        <pc:cxnChg chg="mod topLvl">
          <ac:chgData name="海老澤 優" userId="4dd71858c3efb38d" providerId="LiveId" clId="{61B3BC33-C435-484B-9F4E-A87EB1910E13}" dt="2021-12-12T02:58:11.189" v="132" actId="165"/>
          <ac:cxnSpMkLst>
            <pc:docMk/>
            <pc:sldMk cId="4028908368" sldId="258"/>
            <ac:cxnSpMk id="11" creationId="{C62F2DD8-C8C9-4BE1-93D7-3B5588C1C090}"/>
          </ac:cxnSpMkLst>
        </pc:cxnChg>
        <pc:cxnChg chg="mod topLvl">
          <ac:chgData name="海老澤 優" userId="4dd71858c3efb38d" providerId="LiveId" clId="{61B3BC33-C435-484B-9F4E-A87EB1910E13}" dt="2021-12-12T03:03:33.254" v="195" actId="165"/>
          <ac:cxnSpMkLst>
            <pc:docMk/>
            <pc:sldMk cId="4028908368" sldId="258"/>
            <ac:cxnSpMk id="15" creationId="{3C31AF8C-1B6B-4475-B4EF-356744E34D42}"/>
          </ac:cxnSpMkLst>
        </pc:cxnChg>
        <pc:cxnChg chg="mod topLvl">
          <ac:chgData name="海老澤 優" userId="4dd71858c3efb38d" providerId="LiveId" clId="{61B3BC33-C435-484B-9F4E-A87EB1910E13}" dt="2021-12-12T03:03:33.254" v="195" actId="165"/>
          <ac:cxnSpMkLst>
            <pc:docMk/>
            <pc:sldMk cId="4028908368" sldId="258"/>
            <ac:cxnSpMk id="18" creationId="{D7D15110-F4AF-47CA-8DF9-0772FF05AAF4}"/>
          </ac:cxnSpMkLst>
        </pc:cxnChg>
        <pc:cxnChg chg="mod">
          <ac:chgData name="海老澤 優" userId="4dd71858c3efb38d" providerId="LiveId" clId="{61B3BC33-C435-484B-9F4E-A87EB1910E13}" dt="2021-12-12T02:55:24.911" v="7"/>
          <ac:cxnSpMkLst>
            <pc:docMk/>
            <pc:sldMk cId="4028908368" sldId="258"/>
            <ac:cxnSpMk id="25" creationId="{668FF14B-0EA3-4B1F-A20F-4D0671AD3A91}"/>
          </ac:cxnSpMkLst>
        </pc:cxnChg>
        <pc:cxnChg chg="mod">
          <ac:chgData name="海老澤 優" userId="4dd71858c3efb38d" providerId="LiveId" clId="{61B3BC33-C435-484B-9F4E-A87EB1910E13}" dt="2021-12-12T02:55:24.911" v="7"/>
          <ac:cxnSpMkLst>
            <pc:docMk/>
            <pc:sldMk cId="4028908368" sldId="258"/>
            <ac:cxnSpMk id="26" creationId="{BB50AD6E-4867-4F81-83D9-7C7E18E1A80B}"/>
          </ac:cxnSpMkLst>
        </pc:cxnChg>
        <pc:cxnChg chg="mod">
          <ac:chgData name="海老澤 優" userId="4dd71858c3efb38d" providerId="LiveId" clId="{61B3BC33-C435-484B-9F4E-A87EB1910E13}" dt="2021-12-12T02:55:24.911" v="7"/>
          <ac:cxnSpMkLst>
            <pc:docMk/>
            <pc:sldMk cId="4028908368" sldId="258"/>
            <ac:cxnSpMk id="30" creationId="{8A04E8C7-ABA0-48F2-AD49-CC3ED99D2D52}"/>
          </ac:cxnSpMkLst>
        </pc:cxnChg>
        <pc:cxnChg chg="mod">
          <ac:chgData name="海老澤 優" userId="4dd71858c3efb38d" providerId="LiveId" clId="{61B3BC33-C435-484B-9F4E-A87EB1910E13}" dt="2021-12-12T02:55:24.911" v="7"/>
          <ac:cxnSpMkLst>
            <pc:docMk/>
            <pc:sldMk cId="4028908368" sldId="258"/>
            <ac:cxnSpMk id="33" creationId="{C67E767E-A977-4F08-B9E6-397468761B2A}"/>
          </ac:cxnSpMkLst>
        </pc:cxnChg>
        <pc:cxnChg chg="add mod">
          <ac:chgData name="海老澤 優" userId="4dd71858c3efb38d" providerId="LiveId" clId="{61B3BC33-C435-484B-9F4E-A87EB1910E13}" dt="2021-12-12T02:57:12.858" v="123" actId="1076"/>
          <ac:cxnSpMkLst>
            <pc:docMk/>
            <pc:sldMk cId="4028908368" sldId="258"/>
            <ac:cxnSpMk id="41" creationId="{9C46D563-1462-4D82-BA57-AB9675307327}"/>
          </ac:cxnSpMkLst>
        </pc:cxnChg>
        <pc:cxnChg chg="add mod">
          <ac:chgData name="海老澤 優" userId="4dd71858c3efb38d" providerId="LiveId" clId="{61B3BC33-C435-484B-9F4E-A87EB1910E13}" dt="2021-12-12T02:56:52.982" v="76" actId="688"/>
          <ac:cxnSpMkLst>
            <pc:docMk/>
            <pc:sldMk cId="4028908368" sldId="258"/>
            <ac:cxnSpMk id="42" creationId="{1DD7AF93-C643-4588-B8AB-3983E0D4526D}"/>
          </ac:cxnSpMkLst>
        </pc:cxnChg>
        <pc:cxnChg chg="add mod">
          <ac:chgData name="海老澤 優" userId="4dd71858c3efb38d" providerId="LiveId" clId="{61B3BC33-C435-484B-9F4E-A87EB1910E13}" dt="2021-12-12T08:20:33.784" v="634" actId="164"/>
          <ac:cxnSpMkLst>
            <pc:docMk/>
            <pc:sldMk cId="4028908368" sldId="258"/>
            <ac:cxnSpMk id="46" creationId="{E0421616-16E1-48E7-8DFE-FEF32A730653}"/>
          </ac:cxnSpMkLst>
        </pc:cxnChg>
        <pc:cxnChg chg="add mod">
          <ac:chgData name="海老澤 優" userId="4dd71858c3efb38d" providerId="LiveId" clId="{61B3BC33-C435-484B-9F4E-A87EB1910E13}" dt="2021-12-12T08:20:33.784" v="634" actId="164"/>
          <ac:cxnSpMkLst>
            <pc:docMk/>
            <pc:sldMk cId="4028908368" sldId="258"/>
            <ac:cxnSpMk id="47" creationId="{BB90EC9A-8763-4882-83BB-108B8A7D5025}"/>
          </ac:cxnSpMkLst>
        </pc:cxnChg>
        <pc:cxnChg chg="mod">
          <ac:chgData name="海老澤 優" userId="4dd71858c3efb38d" providerId="LiveId" clId="{61B3BC33-C435-484B-9F4E-A87EB1910E13}" dt="2021-12-12T08:20:36.491" v="635"/>
          <ac:cxnSpMkLst>
            <pc:docMk/>
            <pc:sldMk cId="4028908368" sldId="258"/>
            <ac:cxnSpMk id="58" creationId="{136E10CE-B7A7-468D-B211-55F0FE15F37B}"/>
          </ac:cxnSpMkLst>
        </pc:cxnChg>
        <pc:cxnChg chg="mod">
          <ac:chgData name="海老澤 優" userId="4dd71858c3efb38d" providerId="LiveId" clId="{61B3BC33-C435-484B-9F4E-A87EB1910E13}" dt="2021-12-12T08:20:36.491" v="635"/>
          <ac:cxnSpMkLst>
            <pc:docMk/>
            <pc:sldMk cId="4028908368" sldId="258"/>
            <ac:cxnSpMk id="59" creationId="{16659931-E9C6-4A3A-ABE9-4FCE53F3A4BD}"/>
          </ac:cxnSpMkLst>
        </pc:cxnChg>
      </pc:sldChg>
      <pc:sldChg chg="addSp delSp modSp new mod">
        <pc:chgData name="海老澤 優" userId="4dd71858c3efb38d" providerId="LiveId" clId="{61B3BC33-C435-484B-9F4E-A87EB1910E13}" dt="2021-12-12T13:42:03.339" v="1101" actId="164"/>
        <pc:sldMkLst>
          <pc:docMk/>
          <pc:sldMk cId="1490028512" sldId="259"/>
        </pc:sldMkLst>
        <pc:spChg chg="del">
          <ac:chgData name="海老澤 優" userId="4dd71858c3efb38d" providerId="LiveId" clId="{61B3BC33-C435-484B-9F4E-A87EB1910E13}" dt="2021-12-12T08:09:50.041" v="452" actId="478"/>
          <ac:spMkLst>
            <pc:docMk/>
            <pc:sldMk cId="1490028512" sldId="259"/>
            <ac:spMk id="2" creationId="{B62F9DED-DC80-4BEF-A514-F9589371F036}"/>
          </ac:spMkLst>
        </pc:spChg>
        <pc:spChg chg="del">
          <ac:chgData name="海老澤 優" userId="4dd71858c3efb38d" providerId="LiveId" clId="{61B3BC33-C435-484B-9F4E-A87EB1910E13}" dt="2021-12-12T08:09:51.994" v="453" actId="478"/>
          <ac:spMkLst>
            <pc:docMk/>
            <pc:sldMk cId="1490028512" sldId="259"/>
            <ac:spMk id="3" creationId="{00DCC3B4-3C8F-4517-B97D-61391F0E4F22}"/>
          </ac:spMkLst>
        </pc:spChg>
        <pc:spChg chg="add del mod">
          <ac:chgData name="海老澤 優" userId="4dd71858c3efb38d" providerId="LiveId" clId="{61B3BC33-C435-484B-9F4E-A87EB1910E13}" dt="2021-12-12T08:13:32.992" v="590" actId="478"/>
          <ac:spMkLst>
            <pc:docMk/>
            <pc:sldMk cId="1490028512" sldId="259"/>
            <ac:spMk id="4" creationId="{5578991C-FA2D-450D-96DA-C8AE956F9AD9}"/>
          </ac:spMkLst>
        </pc:spChg>
        <pc:spChg chg="add mod">
          <ac:chgData name="海老澤 優" userId="4dd71858c3efb38d" providerId="LiveId" clId="{61B3BC33-C435-484B-9F4E-A87EB1910E13}" dt="2021-12-12T13:42:03.339" v="1101" actId="164"/>
          <ac:spMkLst>
            <pc:docMk/>
            <pc:sldMk cId="1490028512" sldId="259"/>
            <ac:spMk id="5" creationId="{2259C72B-A9FD-42B2-A515-84588D80C144}"/>
          </ac:spMkLst>
        </pc:spChg>
        <pc:spChg chg="mod topLvl">
          <ac:chgData name="海老澤 優" userId="4dd71858c3efb38d" providerId="LiveId" clId="{61B3BC33-C435-484B-9F4E-A87EB1910E13}" dt="2021-12-12T13:42:03.339" v="1101" actId="164"/>
          <ac:spMkLst>
            <pc:docMk/>
            <pc:sldMk cId="1490028512" sldId="259"/>
            <ac:spMk id="8" creationId="{CC423DC3-EDFF-45F2-A67F-05D7BF122F74}"/>
          </ac:spMkLst>
        </pc:spChg>
        <pc:spChg chg="mod topLvl">
          <ac:chgData name="海老澤 優" userId="4dd71858c3efb38d" providerId="LiveId" clId="{61B3BC33-C435-484B-9F4E-A87EB1910E13}" dt="2021-12-12T13:42:03.339" v="1101" actId="164"/>
          <ac:spMkLst>
            <pc:docMk/>
            <pc:sldMk cId="1490028512" sldId="259"/>
            <ac:spMk id="9" creationId="{C3C018B2-039C-485A-8965-AE29F6E07484}"/>
          </ac:spMkLst>
        </pc:spChg>
        <pc:spChg chg="mod topLvl">
          <ac:chgData name="海老澤 優" userId="4dd71858c3efb38d" providerId="LiveId" clId="{61B3BC33-C435-484B-9F4E-A87EB1910E13}" dt="2021-12-12T13:42:03.339" v="1101" actId="164"/>
          <ac:spMkLst>
            <pc:docMk/>
            <pc:sldMk cId="1490028512" sldId="259"/>
            <ac:spMk id="10" creationId="{0B481CB7-B853-47D2-B84A-4855D165DD34}"/>
          </ac:spMkLst>
        </pc:spChg>
        <pc:spChg chg="mod topLvl">
          <ac:chgData name="海老澤 優" userId="4dd71858c3efb38d" providerId="LiveId" clId="{61B3BC33-C435-484B-9F4E-A87EB1910E13}" dt="2021-12-12T13:42:03.339" v="1101" actId="164"/>
          <ac:spMkLst>
            <pc:docMk/>
            <pc:sldMk cId="1490028512" sldId="259"/>
            <ac:spMk id="11" creationId="{94EFF2B9-EBD4-4AE7-A281-FB7F8DD851A2}"/>
          </ac:spMkLst>
        </pc:spChg>
        <pc:spChg chg="add mod">
          <ac:chgData name="海老澤 優" userId="4dd71858c3efb38d" providerId="LiveId" clId="{61B3BC33-C435-484B-9F4E-A87EB1910E13}" dt="2021-12-12T08:21:12.278" v="644" actId="1076"/>
          <ac:spMkLst>
            <pc:docMk/>
            <pc:sldMk cId="1490028512" sldId="259"/>
            <ac:spMk id="13" creationId="{51AC7C9B-5CE7-4E51-8E49-6B251C084E3B}"/>
          </ac:spMkLst>
        </pc:spChg>
        <pc:spChg chg="add mod">
          <ac:chgData name="海老澤 優" userId="4dd71858c3efb38d" providerId="LiveId" clId="{61B3BC33-C435-484B-9F4E-A87EB1910E13}" dt="2021-12-12T08:21:15.860" v="645" actId="1076"/>
          <ac:spMkLst>
            <pc:docMk/>
            <pc:sldMk cId="1490028512" sldId="259"/>
            <ac:spMk id="14" creationId="{2A58F57B-3575-40ED-A162-2AAFDE427C11}"/>
          </ac:spMkLst>
        </pc:spChg>
        <pc:spChg chg="add mod">
          <ac:chgData name="海老澤 優" userId="4dd71858c3efb38d" providerId="LiveId" clId="{61B3BC33-C435-484B-9F4E-A87EB1910E13}" dt="2021-12-12T08:21:45.153" v="649" actId="1076"/>
          <ac:spMkLst>
            <pc:docMk/>
            <pc:sldMk cId="1490028512" sldId="259"/>
            <ac:spMk id="18" creationId="{85E4829E-82FF-4D3A-8486-2A731051F1D8}"/>
          </ac:spMkLst>
        </pc:spChg>
        <pc:spChg chg="add mod">
          <ac:chgData name="海老澤 優" userId="4dd71858c3efb38d" providerId="LiveId" clId="{61B3BC33-C435-484B-9F4E-A87EB1910E13}" dt="2021-12-12T08:22:25.489" v="677" actId="1076"/>
          <ac:spMkLst>
            <pc:docMk/>
            <pc:sldMk cId="1490028512" sldId="259"/>
            <ac:spMk id="19" creationId="{15B66CB2-E657-453F-A38D-B856E8776321}"/>
          </ac:spMkLst>
        </pc:spChg>
        <pc:spChg chg="add mod">
          <ac:chgData name="海老澤 優" userId="4dd71858c3efb38d" providerId="LiveId" clId="{61B3BC33-C435-484B-9F4E-A87EB1910E13}" dt="2021-12-12T13:42:03.339" v="1101" actId="164"/>
          <ac:spMkLst>
            <pc:docMk/>
            <pc:sldMk cId="1490028512" sldId="259"/>
            <ac:spMk id="20" creationId="{F1090A59-02B2-4953-9387-C6FE6629A4D4}"/>
          </ac:spMkLst>
        </pc:spChg>
        <pc:spChg chg="add mod">
          <ac:chgData name="海老澤 優" userId="4dd71858c3efb38d" providerId="LiveId" clId="{61B3BC33-C435-484B-9F4E-A87EB1910E13}" dt="2021-12-12T08:25:40.191" v="793" actId="113"/>
          <ac:spMkLst>
            <pc:docMk/>
            <pc:sldMk cId="1490028512" sldId="259"/>
            <ac:spMk id="22" creationId="{53F60CD2-6F0A-41CD-934F-0E270277C5A2}"/>
          </ac:spMkLst>
        </pc:spChg>
        <pc:grpChg chg="add del mod">
          <ac:chgData name="海老澤 優" userId="4dd71858c3efb38d" providerId="LiveId" clId="{61B3BC33-C435-484B-9F4E-A87EB1910E13}" dt="2021-12-12T08:19:04.970" v="609" actId="165"/>
          <ac:grpSpMkLst>
            <pc:docMk/>
            <pc:sldMk cId="1490028512" sldId="259"/>
            <ac:grpSpMk id="6" creationId="{F47BD59A-3D5D-402C-816C-C80309DAF183}"/>
          </ac:grpSpMkLst>
        </pc:grpChg>
        <pc:grpChg chg="add del mod">
          <ac:chgData name="海老澤 優" userId="4dd71858c3efb38d" providerId="LiveId" clId="{61B3BC33-C435-484B-9F4E-A87EB1910E13}" dt="2021-12-12T08:20:48.862" v="639" actId="165"/>
          <ac:grpSpMkLst>
            <pc:docMk/>
            <pc:sldMk cId="1490028512" sldId="259"/>
            <ac:grpSpMk id="15" creationId="{201864AB-0018-4A90-B2A9-88793BCDAD55}"/>
          </ac:grpSpMkLst>
        </pc:grpChg>
        <pc:grpChg chg="add mod">
          <ac:chgData name="海老澤 優" userId="4dd71858c3efb38d" providerId="LiveId" clId="{61B3BC33-C435-484B-9F4E-A87EB1910E13}" dt="2021-12-12T13:42:03.339" v="1101" actId="164"/>
          <ac:grpSpMkLst>
            <pc:docMk/>
            <pc:sldMk cId="1490028512" sldId="259"/>
            <ac:grpSpMk id="23" creationId="{1B391B89-49A5-40E9-B68F-A8F157C37D80}"/>
          </ac:grpSpMkLst>
        </pc:grpChg>
        <pc:cxnChg chg="mod topLvl">
          <ac:chgData name="海老澤 優" userId="4dd71858c3efb38d" providerId="LiveId" clId="{61B3BC33-C435-484B-9F4E-A87EB1910E13}" dt="2021-12-12T13:42:03.339" v="1101" actId="164"/>
          <ac:cxnSpMkLst>
            <pc:docMk/>
            <pc:sldMk cId="1490028512" sldId="259"/>
            <ac:cxnSpMk id="7" creationId="{E385E8E6-F528-46FF-9294-F5E95B7EE380}"/>
          </ac:cxnSpMkLst>
        </pc:cxnChg>
        <pc:cxnChg chg="add mod">
          <ac:chgData name="海老澤 優" userId="4dd71858c3efb38d" providerId="LiveId" clId="{61B3BC33-C435-484B-9F4E-A87EB1910E13}" dt="2021-12-12T13:42:03.339" v="1101" actId="164"/>
          <ac:cxnSpMkLst>
            <pc:docMk/>
            <pc:sldMk cId="1490028512" sldId="259"/>
            <ac:cxnSpMk id="12" creationId="{4910E01E-BBC4-4E92-9C60-9D9B196DA3F2}"/>
          </ac:cxnSpMkLst>
        </pc:cxnChg>
        <pc:cxnChg chg="mod topLvl">
          <ac:chgData name="海老澤 優" userId="4dd71858c3efb38d" providerId="LiveId" clId="{61B3BC33-C435-484B-9F4E-A87EB1910E13}" dt="2021-12-12T08:21:20.205" v="646" actId="1076"/>
          <ac:cxnSpMkLst>
            <pc:docMk/>
            <pc:sldMk cId="1490028512" sldId="259"/>
            <ac:cxnSpMk id="16" creationId="{3577E964-9EAD-46AA-90B6-30CD68ADD191}"/>
          </ac:cxnSpMkLst>
        </pc:cxnChg>
        <pc:cxnChg chg="mod topLvl">
          <ac:chgData name="海老澤 優" userId="4dd71858c3efb38d" providerId="LiveId" clId="{61B3BC33-C435-484B-9F4E-A87EB1910E13}" dt="2021-12-12T08:21:27.614" v="647" actId="1076"/>
          <ac:cxnSpMkLst>
            <pc:docMk/>
            <pc:sldMk cId="1490028512" sldId="259"/>
            <ac:cxnSpMk id="17" creationId="{869AF00B-5A6C-43A5-BE37-01007BD33E0D}"/>
          </ac:cxnSpMkLst>
        </pc:cxnChg>
        <pc:cxnChg chg="add mod">
          <ac:chgData name="海老澤 優" userId="4dd71858c3efb38d" providerId="LiveId" clId="{61B3BC33-C435-484B-9F4E-A87EB1910E13}" dt="2021-12-12T08:23:38.779" v="700" actId="1076"/>
          <ac:cxnSpMkLst>
            <pc:docMk/>
            <pc:sldMk cId="1490028512" sldId="259"/>
            <ac:cxnSpMk id="21" creationId="{EA266740-130C-46EF-A956-E97DA3A47938}"/>
          </ac:cxnSpMkLst>
        </pc:cxnChg>
      </pc:sldChg>
      <pc:sldChg chg="addSp delSp modSp new mod">
        <pc:chgData name="海老澤 優" userId="4dd71858c3efb38d" providerId="LiveId" clId="{61B3BC33-C435-484B-9F4E-A87EB1910E13}" dt="2022-01-04T03:29:45.783" v="1395" actId="20577"/>
        <pc:sldMkLst>
          <pc:docMk/>
          <pc:sldMk cId="2766540051" sldId="260"/>
        </pc:sldMkLst>
        <pc:spChg chg="del">
          <ac:chgData name="海老澤 優" userId="4dd71858c3efb38d" providerId="LiveId" clId="{61B3BC33-C435-484B-9F4E-A87EB1910E13}" dt="2021-12-12T11:57:57.745" v="797" actId="478"/>
          <ac:spMkLst>
            <pc:docMk/>
            <pc:sldMk cId="2766540051" sldId="260"/>
            <ac:spMk id="2" creationId="{1023DE75-A755-44BA-B11F-89A0EDC8FAC7}"/>
          </ac:spMkLst>
        </pc:spChg>
        <pc:spChg chg="del">
          <ac:chgData name="海老澤 優" userId="4dd71858c3efb38d" providerId="LiveId" clId="{61B3BC33-C435-484B-9F4E-A87EB1910E13}" dt="2021-12-12T11:57:59.790" v="798" actId="478"/>
          <ac:spMkLst>
            <pc:docMk/>
            <pc:sldMk cId="2766540051" sldId="260"/>
            <ac:spMk id="3" creationId="{C3E0F5D0-5419-461C-9922-66B81663D191}"/>
          </ac:spMkLst>
        </pc:spChg>
        <pc:spChg chg="mod topLvl">
          <ac:chgData name="海老澤 優" userId="4dd71858c3efb38d" providerId="LiveId" clId="{61B3BC33-C435-484B-9F4E-A87EB1910E13}" dt="2021-12-12T12:19:20.693" v="1039" actId="164"/>
          <ac:spMkLst>
            <pc:docMk/>
            <pc:sldMk cId="2766540051" sldId="260"/>
            <ac:spMk id="5" creationId="{D93EE09F-1A44-4711-8C98-2F529AC5314A}"/>
          </ac:spMkLst>
        </pc:spChg>
        <pc:spChg chg="mod topLvl">
          <ac:chgData name="海老澤 優" userId="4dd71858c3efb38d" providerId="LiveId" clId="{61B3BC33-C435-484B-9F4E-A87EB1910E13}" dt="2021-12-12T12:19:20.693" v="1039" actId="164"/>
          <ac:spMkLst>
            <pc:docMk/>
            <pc:sldMk cId="2766540051" sldId="260"/>
            <ac:spMk id="6" creationId="{7BC7409B-6A5E-49BA-9F20-1F1CFD9E3867}"/>
          </ac:spMkLst>
        </pc:spChg>
        <pc:spChg chg="mod topLvl">
          <ac:chgData name="海老澤 優" userId="4dd71858c3efb38d" providerId="LiveId" clId="{61B3BC33-C435-484B-9F4E-A87EB1910E13}" dt="2021-12-12T12:19:20.693" v="1039" actId="164"/>
          <ac:spMkLst>
            <pc:docMk/>
            <pc:sldMk cId="2766540051" sldId="260"/>
            <ac:spMk id="8" creationId="{62482243-5F1C-405A-83B2-C33841F2DC99}"/>
          </ac:spMkLst>
        </pc:spChg>
        <pc:spChg chg="mod topLvl">
          <ac:chgData name="海老澤 優" userId="4dd71858c3efb38d" providerId="LiveId" clId="{61B3BC33-C435-484B-9F4E-A87EB1910E13}" dt="2021-12-12T12:19:20.693" v="1039" actId="164"/>
          <ac:spMkLst>
            <pc:docMk/>
            <pc:sldMk cId="2766540051" sldId="260"/>
            <ac:spMk id="9" creationId="{52FD4624-6271-4B30-9DBE-515B4A8E4F23}"/>
          </ac:spMkLst>
        </pc:spChg>
        <pc:spChg chg="add mod topLvl">
          <ac:chgData name="海老澤 優" userId="4dd71858c3efb38d" providerId="LiveId" clId="{61B3BC33-C435-484B-9F4E-A87EB1910E13}" dt="2021-12-12T12:19:20.693" v="1039" actId="164"/>
          <ac:spMkLst>
            <pc:docMk/>
            <pc:sldMk cId="2766540051" sldId="260"/>
            <ac:spMk id="11" creationId="{E44F56D8-CDB1-4457-A17F-1F2640959C1C}"/>
          </ac:spMkLst>
        </pc:spChg>
        <pc:spChg chg="add mod topLvl">
          <ac:chgData name="海老澤 優" userId="4dd71858c3efb38d" providerId="LiveId" clId="{61B3BC33-C435-484B-9F4E-A87EB1910E13}" dt="2021-12-12T12:19:20.693" v="1039" actId="164"/>
          <ac:spMkLst>
            <pc:docMk/>
            <pc:sldMk cId="2766540051" sldId="260"/>
            <ac:spMk id="12" creationId="{2CBBD9B0-A9C8-4101-A9E8-3D6C9700E668}"/>
          </ac:spMkLst>
        </pc:spChg>
        <pc:spChg chg="add mod topLvl">
          <ac:chgData name="海老澤 優" userId="4dd71858c3efb38d" providerId="LiveId" clId="{61B3BC33-C435-484B-9F4E-A87EB1910E13}" dt="2021-12-12T12:19:20.693" v="1039" actId="164"/>
          <ac:spMkLst>
            <pc:docMk/>
            <pc:sldMk cId="2766540051" sldId="260"/>
            <ac:spMk id="15" creationId="{9EF2C224-D011-41CF-8379-5B35DB7BC2AE}"/>
          </ac:spMkLst>
        </pc:spChg>
        <pc:spChg chg="add mod topLvl">
          <ac:chgData name="海老澤 優" userId="4dd71858c3efb38d" providerId="LiveId" clId="{61B3BC33-C435-484B-9F4E-A87EB1910E13}" dt="2021-12-12T12:21:17.691" v="1069" actId="20577"/>
          <ac:spMkLst>
            <pc:docMk/>
            <pc:sldMk cId="2766540051" sldId="260"/>
            <ac:spMk id="16" creationId="{91710B54-31F6-4D8E-9CBF-7A71B8824933}"/>
          </ac:spMkLst>
        </pc:spChg>
        <pc:spChg chg="add mod topLvl">
          <ac:chgData name="海老澤 優" userId="4dd71858c3efb38d" providerId="LiveId" clId="{61B3BC33-C435-484B-9F4E-A87EB1910E13}" dt="2021-12-12T12:19:20.693" v="1039" actId="164"/>
          <ac:spMkLst>
            <pc:docMk/>
            <pc:sldMk cId="2766540051" sldId="260"/>
            <ac:spMk id="17" creationId="{F0FD607D-D0F2-46F2-9613-ADF80E410855}"/>
          </ac:spMkLst>
        </pc:spChg>
        <pc:spChg chg="add del mod">
          <ac:chgData name="海老澤 優" userId="4dd71858c3efb38d" providerId="LiveId" clId="{61B3BC33-C435-484B-9F4E-A87EB1910E13}" dt="2021-12-12T12:08:19.053" v="922" actId="478"/>
          <ac:spMkLst>
            <pc:docMk/>
            <pc:sldMk cId="2766540051" sldId="260"/>
            <ac:spMk id="28" creationId="{9EEB5606-7542-4D8A-A9DD-C6B5E3FC1EA1}"/>
          </ac:spMkLst>
        </pc:spChg>
        <pc:spChg chg="add del mod">
          <ac:chgData name="海老澤 優" userId="4dd71858c3efb38d" providerId="LiveId" clId="{61B3BC33-C435-484B-9F4E-A87EB1910E13}" dt="2021-12-12T12:11:07.690" v="945" actId="478"/>
          <ac:spMkLst>
            <pc:docMk/>
            <pc:sldMk cId="2766540051" sldId="260"/>
            <ac:spMk id="29" creationId="{75184DFB-472A-473B-8CCA-FC68214C1C3D}"/>
          </ac:spMkLst>
        </pc:spChg>
        <pc:spChg chg="add mod">
          <ac:chgData name="海老澤 優" userId="4dd71858c3efb38d" providerId="LiveId" clId="{61B3BC33-C435-484B-9F4E-A87EB1910E13}" dt="2021-12-12T12:21:55.764" v="1073" actId="1076"/>
          <ac:spMkLst>
            <pc:docMk/>
            <pc:sldMk cId="2766540051" sldId="260"/>
            <ac:spMk id="30" creationId="{4E445BCD-DE6F-4FCF-83D2-2FB21AA931FD}"/>
          </ac:spMkLst>
        </pc:spChg>
        <pc:spChg chg="add mod topLvl">
          <ac:chgData name="海老澤 優" userId="4dd71858c3efb38d" providerId="LiveId" clId="{61B3BC33-C435-484B-9F4E-A87EB1910E13}" dt="2021-12-12T12:19:46.384" v="1042" actId="1076"/>
          <ac:spMkLst>
            <pc:docMk/>
            <pc:sldMk cId="2766540051" sldId="260"/>
            <ac:spMk id="31" creationId="{455FAE37-57A5-4C68-9A7C-502B2C78C1E2}"/>
          </ac:spMkLst>
        </pc:spChg>
        <pc:spChg chg="mod topLvl">
          <ac:chgData name="海老澤 優" userId="4dd71858c3efb38d" providerId="LiveId" clId="{61B3BC33-C435-484B-9F4E-A87EB1910E13}" dt="2021-12-12T13:42:34.603" v="1104" actId="165"/>
          <ac:spMkLst>
            <pc:docMk/>
            <pc:sldMk cId="2766540051" sldId="260"/>
            <ac:spMk id="34" creationId="{B15F22CC-3324-45F8-B864-597BDA5E0233}"/>
          </ac:spMkLst>
        </pc:spChg>
        <pc:spChg chg="mod topLvl">
          <ac:chgData name="海老澤 優" userId="4dd71858c3efb38d" providerId="LiveId" clId="{61B3BC33-C435-484B-9F4E-A87EB1910E13}" dt="2022-01-04T03:29:45.783" v="1395" actId="20577"/>
          <ac:spMkLst>
            <pc:docMk/>
            <pc:sldMk cId="2766540051" sldId="260"/>
            <ac:spMk id="35" creationId="{A263312B-F49F-4D1A-93CD-84FD3124F9DB}"/>
          </ac:spMkLst>
        </pc:spChg>
        <pc:spChg chg="mod topLvl">
          <ac:chgData name="海老澤 優" userId="4dd71858c3efb38d" providerId="LiveId" clId="{61B3BC33-C435-484B-9F4E-A87EB1910E13}" dt="2021-12-12T13:42:44.150" v="1105" actId="164"/>
          <ac:spMkLst>
            <pc:docMk/>
            <pc:sldMk cId="2766540051" sldId="260"/>
            <ac:spMk id="37" creationId="{0F1BCB0C-B8A4-44F5-8E46-37C5ECC22080}"/>
          </ac:spMkLst>
        </pc:spChg>
        <pc:spChg chg="mod topLvl">
          <ac:chgData name="海老澤 優" userId="4dd71858c3efb38d" providerId="LiveId" clId="{61B3BC33-C435-484B-9F4E-A87EB1910E13}" dt="2021-12-12T13:42:44.150" v="1105" actId="164"/>
          <ac:spMkLst>
            <pc:docMk/>
            <pc:sldMk cId="2766540051" sldId="260"/>
            <ac:spMk id="38" creationId="{BFD248DD-8BEB-4E0A-9137-44191DF70581}"/>
          </ac:spMkLst>
        </pc:spChg>
        <pc:spChg chg="mod topLvl">
          <ac:chgData name="海老澤 優" userId="4dd71858c3efb38d" providerId="LiveId" clId="{61B3BC33-C435-484B-9F4E-A87EB1910E13}" dt="2021-12-12T13:42:44.150" v="1105" actId="164"/>
          <ac:spMkLst>
            <pc:docMk/>
            <pc:sldMk cId="2766540051" sldId="260"/>
            <ac:spMk id="40" creationId="{4B064184-7E52-4333-A532-9AC90071A2E3}"/>
          </ac:spMkLst>
        </pc:spChg>
        <pc:spChg chg="mod topLvl">
          <ac:chgData name="海老澤 優" userId="4dd71858c3efb38d" providerId="LiveId" clId="{61B3BC33-C435-484B-9F4E-A87EB1910E13}" dt="2021-12-12T13:42:44.150" v="1105" actId="164"/>
          <ac:spMkLst>
            <pc:docMk/>
            <pc:sldMk cId="2766540051" sldId="260"/>
            <ac:spMk id="41" creationId="{085D5D37-38BF-4845-895E-C0A0110C5757}"/>
          </ac:spMkLst>
        </pc:spChg>
        <pc:spChg chg="mod topLvl">
          <ac:chgData name="海老澤 優" userId="4dd71858c3efb38d" providerId="LiveId" clId="{61B3BC33-C435-484B-9F4E-A87EB1910E13}" dt="2021-12-12T13:42:44.150" v="1105" actId="164"/>
          <ac:spMkLst>
            <pc:docMk/>
            <pc:sldMk cId="2766540051" sldId="260"/>
            <ac:spMk id="43" creationId="{CE49D67C-96AF-44DC-9283-A5FAFB58EF50}"/>
          </ac:spMkLst>
        </pc:spChg>
        <pc:spChg chg="mod topLvl">
          <ac:chgData name="海老澤 優" userId="4dd71858c3efb38d" providerId="LiveId" clId="{61B3BC33-C435-484B-9F4E-A87EB1910E13}" dt="2021-12-12T13:42:44.150" v="1105" actId="164"/>
          <ac:spMkLst>
            <pc:docMk/>
            <pc:sldMk cId="2766540051" sldId="260"/>
            <ac:spMk id="44" creationId="{C7EE5BF5-E860-454F-B9CB-B572ADEED3E0}"/>
          </ac:spMkLst>
        </pc:spChg>
        <pc:spChg chg="mod topLvl">
          <ac:chgData name="海老澤 優" userId="4dd71858c3efb38d" providerId="LiveId" clId="{61B3BC33-C435-484B-9F4E-A87EB1910E13}" dt="2021-12-12T13:42:44.150" v="1105" actId="164"/>
          <ac:spMkLst>
            <pc:docMk/>
            <pc:sldMk cId="2766540051" sldId="260"/>
            <ac:spMk id="45" creationId="{98040B54-CE03-4426-A201-F3B1ED3D2E7B}"/>
          </ac:spMkLst>
        </pc:spChg>
        <pc:spChg chg="mod topLvl">
          <ac:chgData name="海老澤 優" userId="4dd71858c3efb38d" providerId="LiveId" clId="{61B3BC33-C435-484B-9F4E-A87EB1910E13}" dt="2021-12-12T13:42:34.603" v="1104" actId="165"/>
          <ac:spMkLst>
            <pc:docMk/>
            <pc:sldMk cId="2766540051" sldId="260"/>
            <ac:spMk id="46" creationId="{8102627E-F4BC-4591-BCA2-6CE6DB6A3C00}"/>
          </ac:spMkLst>
        </pc:spChg>
        <pc:spChg chg="add mod">
          <ac:chgData name="海老澤 優" userId="4dd71858c3efb38d" providerId="LiveId" clId="{61B3BC33-C435-484B-9F4E-A87EB1910E13}" dt="2021-12-12T12:22:35.914" v="1077" actId="1076"/>
          <ac:spMkLst>
            <pc:docMk/>
            <pc:sldMk cId="2766540051" sldId="260"/>
            <ac:spMk id="48" creationId="{818C7858-99BA-48CC-8987-99430A580D34}"/>
          </ac:spMkLst>
        </pc:spChg>
        <pc:spChg chg="add mod">
          <ac:chgData name="海老澤 優" userId="4dd71858c3efb38d" providerId="LiveId" clId="{61B3BC33-C435-484B-9F4E-A87EB1910E13}" dt="2021-12-12T12:23:21.778" v="1097" actId="1076"/>
          <ac:spMkLst>
            <pc:docMk/>
            <pc:sldMk cId="2766540051" sldId="260"/>
            <ac:spMk id="50" creationId="{D05BC3FE-5F69-4FFE-89D4-CF5BF36AAD7D}"/>
          </ac:spMkLst>
        </pc:spChg>
        <pc:grpChg chg="add del mod">
          <ac:chgData name="海老澤 優" userId="4dd71858c3efb38d" providerId="LiveId" clId="{61B3BC33-C435-484B-9F4E-A87EB1910E13}" dt="2021-12-12T12:01:15.282" v="858" actId="165"/>
          <ac:grpSpMkLst>
            <pc:docMk/>
            <pc:sldMk cId="2766540051" sldId="260"/>
            <ac:grpSpMk id="4" creationId="{C7BA4F7A-99A7-49F8-B086-64CAC42C46E3}"/>
          </ac:grpSpMkLst>
        </pc:grpChg>
        <pc:grpChg chg="add del mod">
          <ac:chgData name="海老澤 優" userId="4dd71858c3efb38d" providerId="LiveId" clId="{61B3BC33-C435-484B-9F4E-A87EB1910E13}" dt="2021-12-12T12:19:03.595" v="1038" actId="165"/>
          <ac:grpSpMkLst>
            <pc:docMk/>
            <pc:sldMk cId="2766540051" sldId="260"/>
            <ac:grpSpMk id="32" creationId="{B2DB0071-82D6-4598-8341-E5344420DF45}"/>
          </ac:grpSpMkLst>
        </pc:grpChg>
        <pc:grpChg chg="add del mod">
          <ac:chgData name="海老澤 優" userId="4dd71858c3efb38d" providerId="LiveId" clId="{61B3BC33-C435-484B-9F4E-A87EB1910E13}" dt="2021-12-12T12:20:16.161" v="1046" actId="165"/>
          <ac:grpSpMkLst>
            <pc:docMk/>
            <pc:sldMk cId="2766540051" sldId="260"/>
            <ac:grpSpMk id="33" creationId="{C80610D6-AEF5-47DA-BE9B-D162DA742D64}"/>
          </ac:grpSpMkLst>
        </pc:grpChg>
        <pc:grpChg chg="add mod">
          <ac:chgData name="海老澤 優" userId="4dd71858c3efb38d" providerId="LiveId" clId="{61B3BC33-C435-484B-9F4E-A87EB1910E13}" dt="2021-12-12T12:21:26.741" v="1072" actId="1076"/>
          <ac:grpSpMkLst>
            <pc:docMk/>
            <pc:sldMk cId="2766540051" sldId="260"/>
            <ac:grpSpMk id="47" creationId="{D629B75B-9AE6-4BD3-86C6-4880213CF1E0}"/>
          </ac:grpSpMkLst>
        </pc:grpChg>
        <pc:grpChg chg="add del mod">
          <ac:chgData name="海老澤 優" userId="4dd71858c3efb38d" providerId="LiveId" clId="{61B3BC33-C435-484B-9F4E-A87EB1910E13}" dt="2021-12-12T13:42:34.603" v="1104" actId="165"/>
          <ac:grpSpMkLst>
            <pc:docMk/>
            <pc:sldMk cId="2766540051" sldId="260"/>
            <ac:grpSpMk id="49" creationId="{AA29D41D-2FB3-4408-B5B2-33F379EB3454}"/>
          </ac:grpSpMkLst>
        </pc:grpChg>
        <pc:grpChg chg="add mod">
          <ac:chgData name="海老澤 優" userId="4dd71858c3efb38d" providerId="LiveId" clId="{61B3BC33-C435-484B-9F4E-A87EB1910E13}" dt="2021-12-12T13:42:44.150" v="1105" actId="164"/>
          <ac:grpSpMkLst>
            <pc:docMk/>
            <pc:sldMk cId="2766540051" sldId="260"/>
            <ac:grpSpMk id="51" creationId="{EBFEC817-11B0-4596-A9EA-9844AAB17648}"/>
          </ac:grpSpMkLst>
        </pc:grpChg>
        <pc:cxnChg chg="mod topLvl">
          <ac:chgData name="海老澤 優" userId="4dd71858c3efb38d" providerId="LiveId" clId="{61B3BC33-C435-484B-9F4E-A87EB1910E13}" dt="2021-12-12T12:19:20.693" v="1039" actId="164"/>
          <ac:cxnSpMkLst>
            <pc:docMk/>
            <pc:sldMk cId="2766540051" sldId="260"/>
            <ac:cxnSpMk id="7" creationId="{BFE891D6-64A0-48B1-B279-18B935441CB9}"/>
          </ac:cxnSpMkLst>
        </pc:cxnChg>
        <pc:cxnChg chg="mod topLvl">
          <ac:chgData name="海老澤 優" userId="4dd71858c3efb38d" providerId="LiveId" clId="{61B3BC33-C435-484B-9F4E-A87EB1910E13}" dt="2021-12-12T12:19:20.693" v="1039" actId="164"/>
          <ac:cxnSpMkLst>
            <pc:docMk/>
            <pc:sldMk cId="2766540051" sldId="260"/>
            <ac:cxnSpMk id="10" creationId="{5B6C51DC-4E94-4B4E-8261-296F6E5ADCC4}"/>
          </ac:cxnSpMkLst>
        </pc:cxnChg>
        <pc:cxnChg chg="add mod topLvl">
          <ac:chgData name="海老澤 優" userId="4dd71858c3efb38d" providerId="LiveId" clId="{61B3BC33-C435-484B-9F4E-A87EB1910E13}" dt="2021-12-12T12:19:20.693" v="1039" actId="164"/>
          <ac:cxnSpMkLst>
            <pc:docMk/>
            <pc:sldMk cId="2766540051" sldId="260"/>
            <ac:cxnSpMk id="14" creationId="{9072E724-5C57-4877-A0CE-D29D2EF23BB2}"/>
          </ac:cxnSpMkLst>
        </pc:cxnChg>
        <pc:cxnChg chg="add del mod">
          <ac:chgData name="海老澤 優" userId="4dd71858c3efb38d" providerId="LiveId" clId="{61B3BC33-C435-484B-9F4E-A87EB1910E13}" dt="2021-12-12T12:05:16.707" v="910" actId="478"/>
          <ac:cxnSpMkLst>
            <pc:docMk/>
            <pc:sldMk cId="2766540051" sldId="260"/>
            <ac:cxnSpMk id="19" creationId="{CC6954D5-C348-4300-BF48-03E76A9C874A}"/>
          </ac:cxnSpMkLst>
        </pc:cxnChg>
        <pc:cxnChg chg="add del mod">
          <ac:chgData name="海老澤 優" userId="4dd71858c3efb38d" providerId="LiveId" clId="{61B3BC33-C435-484B-9F4E-A87EB1910E13}" dt="2021-12-12T12:05:58.879" v="914" actId="478"/>
          <ac:cxnSpMkLst>
            <pc:docMk/>
            <pc:sldMk cId="2766540051" sldId="260"/>
            <ac:cxnSpMk id="23" creationId="{E51C584C-626C-4D3E-AC33-8AA9AC94847D}"/>
          </ac:cxnSpMkLst>
        </pc:cxnChg>
        <pc:cxnChg chg="add del mod">
          <ac:chgData name="海老澤 優" userId="4dd71858c3efb38d" providerId="LiveId" clId="{61B3BC33-C435-484B-9F4E-A87EB1910E13}" dt="2021-12-12T12:07:47.662" v="917" actId="478"/>
          <ac:cxnSpMkLst>
            <pc:docMk/>
            <pc:sldMk cId="2766540051" sldId="260"/>
            <ac:cxnSpMk id="27" creationId="{85B67988-0E1C-4C3A-A876-E2F6AF31E5FF}"/>
          </ac:cxnSpMkLst>
        </pc:cxnChg>
        <pc:cxnChg chg="mod topLvl">
          <ac:chgData name="海老澤 優" userId="4dd71858c3efb38d" providerId="LiveId" clId="{61B3BC33-C435-484B-9F4E-A87EB1910E13}" dt="2021-12-12T13:42:34.603" v="1104" actId="165"/>
          <ac:cxnSpMkLst>
            <pc:docMk/>
            <pc:sldMk cId="2766540051" sldId="260"/>
            <ac:cxnSpMk id="36" creationId="{7285A1D3-F8BE-42E6-8DD5-7F3D632BB39B}"/>
          </ac:cxnSpMkLst>
        </pc:cxnChg>
        <pc:cxnChg chg="mod topLvl">
          <ac:chgData name="海老澤 優" userId="4dd71858c3efb38d" providerId="LiveId" clId="{61B3BC33-C435-484B-9F4E-A87EB1910E13}" dt="2021-12-12T13:42:44.150" v="1105" actId="164"/>
          <ac:cxnSpMkLst>
            <pc:docMk/>
            <pc:sldMk cId="2766540051" sldId="260"/>
            <ac:cxnSpMk id="39" creationId="{5A47470B-0BCD-41BD-BFB2-12C10DD5896D}"/>
          </ac:cxnSpMkLst>
        </pc:cxnChg>
        <pc:cxnChg chg="mod topLvl">
          <ac:chgData name="海老澤 優" userId="4dd71858c3efb38d" providerId="LiveId" clId="{61B3BC33-C435-484B-9F4E-A87EB1910E13}" dt="2021-12-12T13:42:44.150" v="1105" actId="164"/>
          <ac:cxnSpMkLst>
            <pc:docMk/>
            <pc:sldMk cId="2766540051" sldId="260"/>
            <ac:cxnSpMk id="42" creationId="{4FD6FF00-EF59-407B-AEB3-1593B47FD0D5}"/>
          </ac:cxnSpMkLst>
        </pc:cxnChg>
      </pc:sldChg>
      <pc:sldChg chg="addSp delSp modSp new mod">
        <pc:chgData name="海老澤 優" userId="4dd71858c3efb38d" providerId="LiveId" clId="{61B3BC33-C435-484B-9F4E-A87EB1910E13}" dt="2022-01-28T03:32:55.159" v="2062" actId="20577"/>
        <pc:sldMkLst>
          <pc:docMk/>
          <pc:sldMk cId="3436694867" sldId="261"/>
        </pc:sldMkLst>
        <pc:spChg chg="del">
          <ac:chgData name="海老澤 優" userId="4dd71858c3efb38d" providerId="LiveId" clId="{61B3BC33-C435-484B-9F4E-A87EB1910E13}" dt="2021-12-12T13:41:45.128" v="1099" actId="478"/>
          <ac:spMkLst>
            <pc:docMk/>
            <pc:sldMk cId="3436694867" sldId="261"/>
            <ac:spMk id="2" creationId="{432EB7B7-6F43-4300-B43A-3F29EF3C620C}"/>
          </ac:spMkLst>
        </pc:spChg>
        <pc:spChg chg="del">
          <ac:chgData name="海老澤 優" userId="4dd71858c3efb38d" providerId="LiveId" clId="{61B3BC33-C435-484B-9F4E-A87EB1910E13}" dt="2021-12-12T13:41:47.303" v="1100" actId="478"/>
          <ac:spMkLst>
            <pc:docMk/>
            <pc:sldMk cId="3436694867" sldId="261"/>
            <ac:spMk id="3" creationId="{05A7C05D-982D-470E-B8B9-D7DF34B48D6A}"/>
          </ac:spMkLst>
        </pc:spChg>
        <pc:spChg chg="mod topLvl">
          <ac:chgData name="海老澤 優" userId="4dd71858c3efb38d" providerId="LiveId" clId="{61B3BC33-C435-484B-9F4E-A87EB1910E13}" dt="2021-12-12T13:45:24.587" v="1126" actId="165"/>
          <ac:spMkLst>
            <pc:docMk/>
            <pc:sldMk cId="3436694867" sldId="261"/>
            <ac:spMk id="5" creationId="{6C891303-1680-4E77-B388-9CD97FA7D36B}"/>
          </ac:spMkLst>
        </pc:spChg>
        <pc:spChg chg="mod topLvl">
          <ac:chgData name="海老澤 優" userId="4dd71858c3efb38d" providerId="LiveId" clId="{61B3BC33-C435-484B-9F4E-A87EB1910E13}" dt="2021-12-12T13:45:24.587" v="1126" actId="165"/>
          <ac:spMkLst>
            <pc:docMk/>
            <pc:sldMk cId="3436694867" sldId="261"/>
            <ac:spMk id="7" creationId="{51E61242-E0A8-4277-8B1F-78B517BB54B3}"/>
          </ac:spMkLst>
        </pc:spChg>
        <pc:spChg chg="mod topLvl">
          <ac:chgData name="海老澤 優" userId="4dd71858c3efb38d" providerId="LiveId" clId="{61B3BC33-C435-484B-9F4E-A87EB1910E13}" dt="2021-12-12T13:45:24.587" v="1126" actId="165"/>
          <ac:spMkLst>
            <pc:docMk/>
            <pc:sldMk cId="3436694867" sldId="261"/>
            <ac:spMk id="8" creationId="{BB225C1A-E98D-4E1B-BA7F-F3183827CA8E}"/>
          </ac:spMkLst>
        </pc:spChg>
        <pc:spChg chg="mod topLvl">
          <ac:chgData name="海老澤 優" userId="4dd71858c3efb38d" providerId="LiveId" clId="{61B3BC33-C435-484B-9F4E-A87EB1910E13}" dt="2021-12-12T13:45:24.587" v="1126" actId="165"/>
          <ac:spMkLst>
            <pc:docMk/>
            <pc:sldMk cId="3436694867" sldId="261"/>
            <ac:spMk id="9" creationId="{B662590D-5A1B-478F-90BD-FD814ED37F59}"/>
          </ac:spMkLst>
        </pc:spChg>
        <pc:spChg chg="mod topLvl">
          <ac:chgData name="海老澤 優" userId="4dd71858c3efb38d" providerId="LiveId" clId="{61B3BC33-C435-484B-9F4E-A87EB1910E13}" dt="2021-12-12T13:45:24.587" v="1126" actId="165"/>
          <ac:spMkLst>
            <pc:docMk/>
            <pc:sldMk cId="3436694867" sldId="261"/>
            <ac:spMk id="10" creationId="{1F08AB02-84B0-481D-B841-C0CF21BFD621}"/>
          </ac:spMkLst>
        </pc:spChg>
        <pc:spChg chg="mod topLvl">
          <ac:chgData name="海老澤 優" userId="4dd71858c3efb38d" providerId="LiveId" clId="{61B3BC33-C435-484B-9F4E-A87EB1910E13}" dt="2021-12-12T13:45:24.587" v="1126" actId="165"/>
          <ac:spMkLst>
            <pc:docMk/>
            <pc:sldMk cId="3436694867" sldId="261"/>
            <ac:spMk id="12" creationId="{CF772892-8420-4C82-9592-65F66689C104}"/>
          </ac:spMkLst>
        </pc:spChg>
        <pc:spChg chg="mod topLvl">
          <ac:chgData name="海老澤 優" userId="4dd71858c3efb38d" providerId="LiveId" clId="{61B3BC33-C435-484B-9F4E-A87EB1910E13}" dt="2021-12-12T13:46:08.655" v="1132" actId="1076"/>
          <ac:spMkLst>
            <pc:docMk/>
            <pc:sldMk cId="3436694867" sldId="261"/>
            <ac:spMk id="14" creationId="{FB5AD0AC-283A-49F2-8AA8-34F2D1938D80}"/>
          </ac:spMkLst>
        </pc:spChg>
        <pc:spChg chg="mod topLvl">
          <ac:chgData name="海老澤 優" userId="4dd71858c3efb38d" providerId="LiveId" clId="{61B3BC33-C435-484B-9F4E-A87EB1910E13}" dt="2021-12-12T13:46:27.513" v="1134" actId="1076"/>
          <ac:spMkLst>
            <pc:docMk/>
            <pc:sldMk cId="3436694867" sldId="261"/>
            <ac:spMk id="15" creationId="{706E41B3-1387-444A-B90E-9DBDE0B8583B}"/>
          </ac:spMkLst>
        </pc:spChg>
        <pc:spChg chg="mod topLvl">
          <ac:chgData name="海老澤 優" userId="4dd71858c3efb38d" providerId="LiveId" clId="{61B3BC33-C435-484B-9F4E-A87EB1910E13}" dt="2021-12-12T13:46:45.051" v="1136" actId="1076"/>
          <ac:spMkLst>
            <pc:docMk/>
            <pc:sldMk cId="3436694867" sldId="261"/>
            <ac:spMk id="17" creationId="{FACA6C32-D687-44AA-8B44-30BFF255EDBE}"/>
          </ac:spMkLst>
        </pc:spChg>
        <pc:spChg chg="mod topLvl">
          <ac:chgData name="海老澤 優" userId="4dd71858c3efb38d" providerId="LiveId" clId="{61B3BC33-C435-484B-9F4E-A87EB1910E13}" dt="2021-12-12T13:46:49.854" v="1137" actId="1076"/>
          <ac:spMkLst>
            <pc:docMk/>
            <pc:sldMk cId="3436694867" sldId="261"/>
            <ac:spMk id="18" creationId="{9DC94F9A-8F4A-4627-9138-864A2BE4999E}"/>
          </ac:spMkLst>
        </pc:spChg>
        <pc:spChg chg="mod topLvl">
          <ac:chgData name="海老澤 優" userId="4dd71858c3efb38d" providerId="LiveId" clId="{61B3BC33-C435-484B-9F4E-A87EB1910E13}" dt="2021-12-12T13:47:09.902" v="1139" actId="1076"/>
          <ac:spMkLst>
            <pc:docMk/>
            <pc:sldMk cId="3436694867" sldId="261"/>
            <ac:spMk id="20" creationId="{56D9EC00-3C9F-440F-B20C-6C1B44EDC8E6}"/>
          </ac:spMkLst>
        </pc:spChg>
        <pc:spChg chg="mod topLvl">
          <ac:chgData name="海老澤 優" userId="4dd71858c3efb38d" providerId="LiveId" clId="{61B3BC33-C435-484B-9F4E-A87EB1910E13}" dt="2022-01-28T03:32:55.159" v="2062" actId="20577"/>
          <ac:spMkLst>
            <pc:docMk/>
            <pc:sldMk cId="3436694867" sldId="261"/>
            <ac:spMk id="21" creationId="{CA6F6057-FC5A-4DA3-8837-97C0A393D2CD}"/>
          </ac:spMkLst>
        </pc:spChg>
        <pc:spChg chg="mod topLvl">
          <ac:chgData name="海老澤 優" userId="4dd71858c3efb38d" providerId="LiveId" clId="{61B3BC33-C435-484B-9F4E-A87EB1910E13}" dt="2021-12-12T13:48:52.991" v="1172" actId="1076"/>
          <ac:spMkLst>
            <pc:docMk/>
            <pc:sldMk cId="3436694867" sldId="261"/>
            <ac:spMk id="22" creationId="{774D972B-B248-4DF9-A593-45D15372E2B6}"/>
          </ac:spMkLst>
        </pc:spChg>
        <pc:spChg chg="add mod">
          <ac:chgData name="海老澤 優" userId="4dd71858c3efb38d" providerId="LiveId" clId="{61B3BC33-C435-484B-9F4E-A87EB1910E13}" dt="2021-12-12T13:48:45.119" v="1171" actId="1076"/>
          <ac:spMkLst>
            <pc:docMk/>
            <pc:sldMk cId="3436694867" sldId="261"/>
            <ac:spMk id="24" creationId="{F1FE5885-1EF4-439D-B13A-70529828CB9F}"/>
          </ac:spMkLst>
        </pc:spChg>
        <pc:spChg chg="add mod">
          <ac:chgData name="海老澤 優" userId="4dd71858c3efb38d" providerId="LiveId" clId="{61B3BC33-C435-484B-9F4E-A87EB1910E13}" dt="2021-12-12T13:49:38.413" v="1187" actId="1076"/>
          <ac:spMkLst>
            <pc:docMk/>
            <pc:sldMk cId="3436694867" sldId="261"/>
            <ac:spMk id="25" creationId="{9EB1F120-4D55-4822-BCA5-4C7E38DF8A82}"/>
          </ac:spMkLst>
        </pc:spChg>
        <pc:grpChg chg="add del mod">
          <ac:chgData name="海老澤 優" userId="4dd71858c3efb38d" providerId="LiveId" clId="{61B3BC33-C435-484B-9F4E-A87EB1910E13}" dt="2021-12-12T13:45:24.587" v="1126" actId="165"/>
          <ac:grpSpMkLst>
            <pc:docMk/>
            <pc:sldMk cId="3436694867" sldId="261"/>
            <ac:grpSpMk id="4" creationId="{300CE76A-4DFE-434E-ACA1-47AEF3F426AB}"/>
          </ac:grpSpMkLst>
        </pc:grpChg>
        <pc:grpChg chg="add del mod">
          <ac:chgData name="海老澤 優" userId="4dd71858c3efb38d" providerId="LiveId" clId="{61B3BC33-C435-484B-9F4E-A87EB1910E13}" dt="2021-12-12T13:44:52.247" v="1122" actId="165"/>
          <ac:grpSpMkLst>
            <pc:docMk/>
            <pc:sldMk cId="3436694867" sldId="261"/>
            <ac:grpSpMk id="13" creationId="{18267296-1CBD-4985-B78F-E2FFF2B0EE10}"/>
          </ac:grpSpMkLst>
        </pc:grpChg>
        <pc:cxnChg chg="mod topLvl">
          <ac:chgData name="海老澤 優" userId="4dd71858c3efb38d" providerId="LiveId" clId="{61B3BC33-C435-484B-9F4E-A87EB1910E13}" dt="2021-12-12T13:45:24.587" v="1126" actId="165"/>
          <ac:cxnSpMkLst>
            <pc:docMk/>
            <pc:sldMk cId="3436694867" sldId="261"/>
            <ac:cxnSpMk id="6" creationId="{1EAC882B-8DD5-4B9D-A85D-EEE63DBA88F7}"/>
          </ac:cxnSpMkLst>
        </pc:cxnChg>
        <pc:cxnChg chg="mod topLvl">
          <ac:chgData name="海老澤 優" userId="4dd71858c3efb38d" providerId="LiveId" clId="{61B3BC33-C435-484B-9F4E-A87EB1910E13}" dt="2021-12-12T13:45:24.587" v="1126" actId="165"/>
          <ac:cxnSpMkLst>
            <pc:docMk/>
            <pc:sldMk cId="3436694867" sldId="261"/>
            <ac:cxnSpMk id="11" creationId="{7C56C6FB-6CE1-48C0-854D-B7EAE507BD22}"/>
          </ac:cxnSpMkLst>
        </pc:cxnChg>
        <pc:cxnChg chg="mod topLvl">
          <ac:chgData name="海老澤 優" userId="4dd71858c3efb38d" providerId="LiveId" clId="{61B3BC33-C435-484B-9F4E-A87EB1910E13}" dt="2021-12-12T13:46:38.204" v="1135" actId="1076"/>
          <ac:cxnSpMkLst>
            <pc:docMk/>
            <pc:sldMk cId="3436694867" sldId="261"/>
            <ac:cxnSpMk id="16" creationId="{87C594E7-DBD6-415E-841F-2D4CC9E72853}"/>
          </ac:cxnSpMkLst>
        </pc:cxnChg>
        <pc:cxnChg chg="mod topLvl">
          <ac:chgData name="海老澤 優" userId="4dd71858c3efb38d" providerId="LiveId" clId="{61B3BC33-C435-484B-9F4E-A87EB1910E13}" dt="2021-12-12T13:47:01.532" v="1138" actId="1076"/>
          <ac:cxnSpMkLst>
            <pc:docMk/>
            <pc:sldMk cId="3436694867" sldId="261"/>
            <ac:cxnSpMk id="19" creationId="{282CC704-1A83-4324-A5E9-4ABC63AA6EBB}"/>
          </ac:cxnSpMkLst>
        </pc:cxnChg>
        <pc:cxnChg chg="add mod">
          <ac:chgData name="海老澤 優" userId="4dd71858c3efb38d" providerId="LiveId" clId="{61B3BC33-C435-484B-9F4E-A87EB1910E13}" dt="2021-12-12T13:45:52.817" v="1131" actId="1076"/>
          <ac:cxnSpMkLst>
            <pc:docMk/>
            <pc:sldMk cId="3436694867" sldId="261"/>
            <ac:cxnSpMk id="23" creationId="{3098670E-0BEC-48BE-9D87-C79893AF0276}"/>
          </ac:cxnSpMkLst>
        </pc:cxnChg>
      </pc:sldChg>
      <pc:sldChg chg="addSp delSp modSp new del mod">
        <pc:chgData name="海老澤 優" userId="4dd71858c3efb38d" providerId="LiveId" clId="{61B3BC33-C435-484B-9F4E-A87EB1910E13}" dt="2022-01-05T13:55:13.758" v="1415" actId="47"/>
        <pc:sldMkLst>
          <pc:docMk/>
          <pc:sldMk cId="3174651154" sldId="262"/>
        </pc:sldMkLst>
        <pc:spChg chg="del">
          <ac:chgData name="海老澤 優" userId="4dd71858c3efb38d" providerId="LiveId" clId="{61B3BC33-C435-484B-9F4E-A87EB1910E13}" dt="2022-01-04T07:34:52.447" v="1397" actId="478"/>
          <ac:spMkLst>
            <pc:docMk/>
            <pc:sldMk cId="3174651154" sldId="262"/>
            <ac:spMk id="2" creationId="{D8E5218E-3864-49B6-838B-A1E3C5E9A01C}"/>
          </ac:spMkLst>
        </pc:spChg>
        <pc:spChg chg="del">
          <ac:chgData name="海老澤 優" userId="4dd71858c3efb38d" providerId="LiveId" clId="{61B3BC33-C435-484B-9F4E-A87EB1910E13}" dt="2022-01-04T07:34:54.435" v="1398" actId="478"/>
          <ac:spMkLst>
            <pc:docMk/>
            <pc:sldMk cId="3174651154" sldId="262"/>
            <ac:spMk id="3" creationId="{C268BC46-DA02-4016-BE78-353A08ADB2F7}"/>
          </ac:spMkLst>
        </pc:spChg>
        <pc:spChg chg="add mod">
          <ac:chgData name="海老澤 優" userId="4dd71858c3efb38d" providerId="LiveId" clId="{61B3BC33-C435-484B-9F4E-A87EB1910E13}" dt="2022-01-04T07:35:28.808" v="1413" actId="14100"/>
          <ac:spMkLst>
            <pc:docMk/>
            <pc:sldMk cId="3174651154" sldId="262"/>
            <ac:spMk id="4" creationId="{9645D840-73D9-45EA-A239-21C9B4AB5207}"/>
          </ac:spMkLst>
        </pc:spChg>
      </pc:sldChg>
      <pc:sldChg chg="addSp delSp modSp add mod">
        <pc:chgData name="海老澤 優" userId="4dd71858c3efb38d" providerId="LiveId" clId="{61B3BC33-C435-484B-9F4E-A87EB1910E13}" dt="2022-01-06T06:04:00.539" v="2060" actId="14100"/>
        <pc:sldMkLst>
          <pc:docMk/>
          <pc:sldMk cId="3658200499" sldId="263"/>
        </pc:sldMkLst>
        <pc:spChg chg="add del mod topLvl">
          <ac:chgData name="海老澤 優" userId="4dd71858c3efb38d" providerId="LiveId" clId="{61B3BC33-C435-484B-9F4E-A87EB1910E13}" dt="2022-01-05T14:03:19.328" v="1495" actId="478"/>
          <ac:spMkLst>
            <pc:docMk/>
            <pc:sldMk cId="3658200499" sldId="263"/>
            <ac:spMk id="5" creationId="{2259C72B-A9FD-42B2-A515-84588D80C144}"/>
          </ac:spMkLst>
        </pc:spChg>
        <pc:spChg chg="mod topLvl">
          <ac:chgData name="海老澤 優" userId="4dd71858c3efb38d" providerId="LiveId" clId="{61B3BC33-C435-484B-9F4E-A87EB1910E13}" dt="2022-01-05T13:55:31.775" v="1416" actId="165"/>
          <ac:spMkLst>
            <pc:docMk/>
            <pc:sldMk cId="3658200499" sldId="263"/>
            <ac:spMk id="8" creationId="{CC423DC3-EDFF-45F2-A67F-05D7BF122F74}"/>
          </ac:spMkLst>
        </pc:spChg>
        <pc:spChg chg="mod topLvl">
          <ac:chgData name="海老澤 優" userId="4dd71858c3efb38d" providerId="LiveId" clId="{61B3BC33-C435-484B-9F4E-A87EB1910E13}" dt="2022-01-05T13:55:31.775" v="1416" actId="165"/>
          <ac:spMkLst>
            <pc:docMk/>
            <pc:sldMk cId="3658200499" sldId="263"/>
            <ac:spMk id="9" creationId="{C3C018B2-039C-485A-8965-AE29F6E07484}"/>
          </ac:spMkLst>
        </pc:spChg>
        <pc:spChg chg="mod ord topLvl">
          <ac:chgData name="海老澤 優" userId="4dd71858c3efb38d" providerId="LiveId" clId="{61B3BC33-C435-484B-9F4E-A87EB1910E13}" dt="2022-01-05T14:20:08.797" v="1716" actId="170"/>
          <ac:spMkLst>
            <pc:docMk/>
            <pc:sldMk cId="3658200499" sldId="263"/>
            <ac:spMk id="10" creationId="{0B481CB7-B853-47D2-B84A-4855D165DD34}"/>
          </ac:spMkLst>
        </pc:spChg>
        <pc:spChg chg="mod topLvl">
          <ac:chgData name="海老澤 優" userId="4dd71858c3efb38d" providerId="LiveId" clId="{61B3BC33-C435-484B-9F4E-A87EB1910E13}" dt="2022-01-05T13:55:31.775" v="1416" actId="165"/>
          <ac:spMkLst>
            <pc:docMk/>
            <pc:sldMk cId="3658200499" sldId="263"/>
            <ac:spMk id="11" creationId="{94EFF2B9-EBD4-4AE7-A281-FB7F8DD851A2}"/>
          </ac:spMkLst>
        </pc:spChg>
        <pc:spChg chg="mod topLvl">
          <ac:chgData name="海老澤 優" userId="4dd71858c3efb38d" providerId="LiveId" clId="{61B3BC33-C435-484B-9F4E-A87EB1910E13}" dt="2022-01-05T13:55:31.775" v="1416" actId="165"/>
          <ac:spMkLst>
            <pc:docMk/>
            <pc:sldMk cId="3658200499" sldId="263"/>
            <ac:spMk id="20" creationId="{F1090A59-02B2-4953-9387-C6FE6629A4D4}"/>
          </ac:spMkLst>
        </pc:spChg>
        <pc:spChg chg="add mod ord">
          <ac:chgData name="海老澤 優" userId="4dd71858c3efb38d" providerId="LiveId" clId="{61B3BC33-C435-484B-9F4E-A87EB1910E13}" dt="2022-01-05T14:11:42.130" v="1574" actId="170"/>
          <ac:spMkLst>
            <pc:docMk/>
            <pc:sldMk cId="3658200499" sldId="263"/>
            <ac:spMk id="24" creationId="{C1D8B598-C87A-4B2B-9F26-645D5CF4F08A}"/>
          </ac:spMkLst>
        </pc:spChg>
        <pc:spChg chg="add del mod">
          <ac:chgData name="海老澤 優" userId="4dd71858c3efb38d" providerId="LiveId" clId="{61B3BC33-C435-484B-9F4E-A87EB1910E13}" dt="2022-01-05T14:02:51.390" v="1489"/>
          <ac:spMkLst>
            <pc:docMk/>
            <pc:sldMk cId="3658200499" sldId="263"/>
            <ac:spMk id="25" creationId="{13B18418-D542-48B6-A109-675053D6CE54}"/>
          </ac:spMkLst>
        </pc:spChg>
        <pc:spChg chg="add del">
          <ac:chgData name="海老澤 優" userId="4dd71858c3efb38d" providerId="LiveId" clId="{61B3BC33-C435-484B-9F4E-A87EB1910E13}" dt="2022-01-05T14:04:14.252" v="1499" actId="11529"/>
          <ac:spMkLst>
            <pc:docMk/>
            <pc:sldMk cId="3658200499" sldId="263"/>
            <ac:spMk id="29" creationId="{63680843-42C8-45C6-B25C-CA1BAAB6CC5C}"/>
          </ac:spMkLst>
        </pc:spChg>
        <pc:spChg chg="add del mod">
          <ac:chgData name="海老澤 優" userId="4dd71858c3efb38d" providerId="LiveId" clId="{61B3BC33-C435-484B-9F4E-A87EB1910E13}" dt="2022-01-05T14:09:04.625" v="1548" actId="478"/>
          <ac:spMkLst>
            <pc:docMk/>
            <pc:sldMk cId="3658200499" sldId="263"/>
            <ac:spMk id="30" creationId="{763D2679-EAFC-4BE1-9876-18AB48BA9EA4}"/>
          </ac:spMkLst>
        </pc:spChg>
        <pc:spChg chg="add del mod">
          <ac:chgData name="海老澤 優" userId="4dd71858c3efb38d" providerId="LiveId" clId="{61B3BC33-C435-484B-9F4E-A87EB1910E13}" dt="2022-01-05T14:09:12.147" v="1551" actId="478"/>
          <ac:spMkLst>
            <pc:docMk/>
            <pc:sldMk cId="3658200499" sldId="263"/>
            <ac:spMk id="31" creationId="{2BDE44EB-C9C0-4D2B-87BC-8D28F8EF76B5}"/>
          </ac:spMkLst>
        </pc:spChg>
        <pc:spChg chg="add del mod">
          <ac:chgData name="海老澤 優" userId="4dd71858c3efb38d" providerId="LiveId" clId="{61B3BC33-C435-484B-9F4E-A87EB1910E13}" dt="2022-01-05T14:08:56.244" v="1535" actId="11529"/>
          <ac:spMkLst>
            <pc:docMk/>
            <pc:sldMk cId="3658200499" sldId="263"/>
            <ac:spMk id="32" creationId="{F56ABB29-021F-423F-97FF-F5F8A00A9878}"/>
          </ac:spMkLst>
        </pc:spChg>
        <pc:spChg chg="add mod ord">
          <ac:chgData name="海老澤 優" userId="4dd71858c3efb38d" providerId="LiveId" clId="{61B3BC33-C435-484B-9F4E-A87EB1910E13}" dt="2022-01-06T06:02:24.751" v="2047" actId="14100"/>
          <ac:spMkLst>
            <pc:docMk/>
            <pc:sldMk cId="3658200499" sldId="263"/>
            <ac:spMk id="33" creationId="{5EC50027-CAA4-47BE-AFE3-BFCC296CFF8D}"/>
          </ac:spMkLst>
        </pc:spChg>
        <pc:spChg chg="add del">
          <ac:chgData name="海老澤 優" userId="4dd71858c3efb38d" providerId="LiveId" clId="{61B3BC33-C435-484B-9F4E-A87EB1910E13}" dt="2022-01-05T14:10:30.162" v="1566" actId="11529"/>
          <ac:spMkLst>
            <pc:docMk/>
            <pc:sldMk cId="3658200499" sldId="263"/>
            <ac:spMk id="34" creationId="{65ED0C91-ED66-401E-9624-0C4A9D43267E}"/>
          </ac:spMkLst>
        </pc:spChg>
        <pc:spChg chg="add mod ord">
          <ac:chgData name="海老澤 優" userId="4dd71858c3efb38d" providerId="LiveId" clId="{61B3BC33-C435-484B-9F4E-A87EB1910E13}" dt="2022-01-06T06:01:38.668" v="2041" actId="14100"/>
          <ac:spMkLst>
            <pc:docMk/>
            <pc:sldMk cId="3658200499" sldId="263"/>
            <ac:spMk id="35" creationId="{A5314806-5193-4BCC-8D2B-EFC251590EF1}"/>
          </ac:spMkLst>
        </pc:spChg>
        <pc:spChg chg="add mod">
          <ac:chgData name="海老澤 優" userId="4dd71858c3efb38d" providerId="LiveId" clId="{61B3BC33-C435-484B-9F4E-A87EB1910E13}" dt="2022-01-05T14:32:46.700" v="1957" actId="20577"/>
          <ac:spMkLst>
            <pc:docMk/>
            <pc:sldMk cId="3658200499" sldId="263"/>
            <ac:spMk id="38" creationId="{F3022075-FD35-49A2-94BB-1558672BFB0D}"/>
          </ac:spMkLst>
        </pc:spChg>
        <pc:spChg chg="add mod ord">
          <ac:chgData name="海老澤 優" userId="4dd71858c3efb38d" providerId="LiveId" clId="{61B3BC33-C435-484B-9F4E-A87EB1910E13}" dt="2022-01-06T06:03:47.681" v="2058" actId="14100"/>
          <ac:spMkLst>
            <pc:docMk/>
            <pc:sldMk cId="3658200499" sldId="263"/>
            <ac:spMk id="39" creationId="{215DBD3E-4F44-4434-813F-339425A05168}"/>
          </ac:spMkLst>
        </pc:spChg>
        <pc:spChg chg="add mod ord">
          <ac:chgData name="海老澤 優" userId="4dd71858c3efb38d" providerId="LiveId" clId="{61B3BC33-C435-484B-9F4E-A87EB1910E13}" dt="2022-01-06T06:02:33.464" v="2048" actId="14100"/>
          <ac:spMkLst>
            <pc:docMk/>
            <pc:sldMk cId="3658200499" sldId="263"/>
            <ac:spMk id="40" creationId="{BEDD76F7-E867-4E9A-B305-DB094F5255EC}"/>
          </ac:spMkLst>
        </pc:spChg>
        <pc:spChg chg="add mod ord">
          <ac:chgData name="海老澤 優" userId="4dd71858c3efb38d" providerId="LiveId" clId="{61B3BC33-C435-484B-9F4E-A87EB1910E13}" dt="2022-01-06T06:04:00.539" v="2060" actId="14100"/>
          <ac:spMkLst>
            <pc:docMk/>
            <pc:sldMk cId="3658200499" sldId="263"/>
            <ac:spMk id="41" creationId="{E82EDBBD-F259-4B2F-B1F5-3DC2264CD145}"/>
          </ac:spMkLst>
        </pc:spChg>
        <pc:spChg chg="add mod ord">
          <ac:chgData name="海老澤 優" userId="4dd71858c3efb38d" providerId="LiveId" clId="{61B3BC33-C435-484B-9F4E-A87EB1910E13}" dt="2022-01-06T06:03:04.616" v="2054" actId="14100"/>
          <ac:spMkLst>
            <pc:docMk/>
            <pc:sldMk cId="3658200499" sldId="263"/>
            <ac:spMk id="42" creationId="{D73D20CC-48CF-464C-B26B-926FEEAEE9AA}"/>
          </ac:spMkLst>
        </pc:spChg>
        <pc:spChg chg="add mod">
          <ac:chgData name="海老澤 優" userId="4dd71858c3efb38d" providerId="LiveId" clId="{61B3BC33-C435-484B-9F4E-A87EB1910E13}" dt="2022-01-05T14:25:27.707" v="1755" actId="1076"/>
          <ac:spMkLst>
            <pc:docMk/>
            <pc:sldMk cId="3658200499" sldId="263"/>
            <ac:spMk id="49" creationId="{1C1B94C4-C31B-4FCD-8218-FEC2D66535AE}"/>
          </ac:spMkLst>
        </pc:spChg>
        <pc:spChg chg="add mod">
          <ac:chgData name="海老澤 優" userId="4dd71858c3efb38d" providerId="LiveId" clId="{61B3BC33-C435-484B-9F4E-A87EB1910E13}" dt="2022-01-05T14:35:04.166" v="2037" actId="1076"/>
          <ac:spMkLst>
            <pc:docMk/>
            <pc:sldMk cId="3658200499" sldId="263"/>
            <ac:spMk id="53" creationId="{6AECEED6-F661-4E56-ADF2-662568704E64}"/>
          </ac:spMkLst>
        </pc:spChg>
        <pc:spChg chg="add mod">
          <ac:chgData name="海老澤 優" userId="4dd71858c3efb38d" providerId="LiveId" clId="{61B3BC33-C435-484B-9F4E-A87EB1910E13}" dt="2022-01-05T14:33:10.465" v="1960" actId="1076"/>
          <ac:spMkLst>
            <pc:docMk/>
            <pc:sldMk cId="3658200499" sldId="263"/>
            <ac:spMk id="54" creationId="{4C87491A-2036-45FE-A0E0-81DBE5C12793}"/>
          </ac:spMkLst>
        </pc:spChg>
        <pc:spChg chg="add mod">
          <ac:chgData name="海老澤 優" userId="4dd71858c3efb38d" providerId="LiveId" clId="{61B3BC33-C435-484B-9F4E-A87EB1910E13}" dt="2022-01-05T14:35:09.346" v="2038" actId="1076"/>
          <ac:spMkLst>
            <pc:docMk/>
            <pc:sldMk cId="3658200499" sldId="263"/>
            <ac:spMk id="55" creationId="{6C1FB830-BEB7-4363-A594-3C4669A15A2D}"/>
          </ac:spMkLst>
        </pc:spChg>
        <pc:spChg chg="add mod">
          <ac:chgData name="海老澤 優" userId="4dd71858c3efb38d" providerId="LiveId" clId="{61B3BC33-C435-484B-9F4E-A87EB1910E13}" dt="2022-01-05T14:34:50.375" v="2036" actId="1076"/>
          <ac:spMkLst>
            <pc:docMk/>
            <pc:sldMk cId="3658200499" sldId="263"/>
            <ac:spMk id="56" creationId="{C6887682-6022-40ED-BBC2-6A33C8DC2621}"/>
          </ac:spMkLst>
        </pc:spChg>
        <pc:grpChg chg="del">
          <ac:chgData name="海老澤 優" userId="4dd71858c3efb38d" providerId="LiveId" clId="{61B3BC33-C435-484B-9F4E-A87EB1910E13}" dt="2022-01-05T13:55:31.775" v="1416" actId="165"/>
          <ac:grpSpMkLst>
            <pc:docMk/>
            <pc:sldMk cId="3658200499" sldId="263"/>
            <ac:grpSpMk id="23" creationId="{1B391B89-49A5-40E9-B68F-A8F157C37D80}"/>
          </ac:grpSpMkLst>
        </pc:grpChg>
        <pc:inkChg chg="add del">
          <ac:chgData name="海老澤 優" userId="4dd71858c3efb38d" providerId="LiveId" clId="{61B3BC33-C435-484B-9F4E-A87EB1910E13}" dt="2022-01-05T14:03:40.487" v="1497" actId="9405"/>
          <ac:inkMkLst>
            <pc:docMk/>
            <pc:sldMk cId="3658200499" sldId="263"/>
            <ac:inkMk id="28" creationId="{53267967-DE21-4405-A453-56C257BCC837}"/>
          </ac:inkMkLst>
        </pc:inkChg>
        <pc:cxnChg chg="add del mod">
          <ac:chgData name="海老澤 優" userId="4dd71858c3efb38d" providerId="LiveId" clId="{61B3BC33-C435-484B-9F4E-A87EB1910E13}" dt="2022-01-05T14:09:08.148" v="1549" actId="478"/>
          <ac:cxnSpMkLst>
            <pc:docMk/>
            <pc:sldMk cId="3658200499" sldId="263"/>
            <ac:cxnSpMk id="3" creationId="{803F6254-B209-450F-AAC6-D26478DBF47C}"/>
          </ac:cxnSpMkLst>
        </pc:cxnChg>
        <pc:cxnChg chg="mod topLvl">
          <ac:chgData name="海老澤 優" userId="4dd71858c3efb38d" providerId="LiveId" clId="{61B3BC33-C435-484B-9F4E-A87EB1910E13}" dt="2022-01-05T13:55:31.775" v="1416" actId="165"/>
          <ac:cxnSpMkLst>
            <pc:docMk/>
            <pc:sldMk cId="3658200499" sldId="263"/>
            <ac:cxnSpMk id="7" creationId="{E385E8E6-F528-46FF-9294-F5E95B7EE380}"/>
          </ac:cxnSpMkLst>
        </pc:cxnChg>
        <pc:cxnChg chg="mod topLvl">
          <ac:chgData name="海老澤 優" userId="4dd71858c3efb38d" providerId="LiveId" clId="{61B3BC33-C435-484B-9F4E-A87EB1910E13}" dt="2022-01-05T13:55:31.775" v="1416" actId="165"/>
          <ac:cxnSpMkLst>
            <pc:docMk/>
            <pc:sldMk cId="3658200499" sldId="263"/>
            <ac:cxnSpMk id="12" creationId="{4910E01E-BBC4-4E92-9C60-9D9B196DA3F2}"/>
          </ac:cxnSpMkLst>
        </pc:cxnChg>
        <pc:cxnChg chg="add del mod">
          <ac:chgData name="海老澤 優" userId="4dd71858c3efb38d" providerId="LiveId" clId="{61B3BC33-C435-484B-9F4E-A87EB1910E13}" dt="2022-01-05T14:09:10.049" v="1550" actId="478"/>
          <ac:cxnSpMkLst>
            <pc:docMk/>
            <pc:sldMk cId="3658200499" sldId="263"/>
            <ac:cxnSpMk id="26" creationId="{129AB5D5-258D-4192-8F86-89C1CC23FFBD}"/>
          </ac:cxnSpMkLst>
        </pc:cxnChg>
        <pc:cxnChg chg="add mod">
          <ac:chgData name="海老澤 優" userId="4dd71858c3efb38d" providerId="LiveId" clId="{61B3BC33-C435-484B-9F4E-A87EB1910E13}" dt="2022-01-05T14:12:19.876" v="1579" actId="13822"/>
          <ac:cxnSpMkLst>
            <pc:docMk/>
            <pc:sldMk cId="3658200499" sldId="263"/>
            <ac:cxnSpMk id="37" creationId="{956F6598-EECB-47E8-BB3E-4583E375B914}"/>
          </ac:cxnSpMkLst>
        </pc:cxnChg>
        <pc:cxnChg chg="add del mod">
          <ac:chgData name="海老澤 優" userId="4dd71858c3efb38d" providerId="LiveId" clId="{61B3BC33-C435-484B-9F4E-A87EB1910E13}" dt="2022-01-05T14:23:45.402" v="1733" actId="11529"/>
          <ac:cxnSpMkLst>
            <pc:docMk/>
            <pc:sldMk cId="3658200499" sldId="263"/>
            <ac:cxnSpMk id="44" creationId="{9E175263-F013-46EA-B353-BAE3A9AA33FC}"/>
          </ac:cxnSpMkLst>
        </pc:cxnChg>
        <pc:cxnChg chg="add mod">
          <ac:chgData name="海老澤 優" userId="4dd71858c3efb38d" providerId="LiveId" clId="{61B3BC33-C435-484B-9F4E-A87EB1910E13}" dt="2022-01-05T14:24:56.237" v="1737" actId="14100"/>
          <ac:cxnSpMkLst>
            <pc:docMk/>
            <pc:sldMk cId="3658200499" sldId="263"/>
            <ac:cxnSpMk id="47" creationId="{6F05CAD1-9C81-46E6-81AD-2D4963991961}"/>
          </ac:cxnSpMkLst>
        </pc:cxnChg>
        <pc:cxnChg chg="add mod">
          <ac:chgData name="海老澤 優" userId="4dd71858c3efb38d" providerId="LiveId" clId="{61B3BC33-C435-484B-9F4E-A87EB1910E13}" dt="2022-01-05T14:25:51.935" v="1758" actId="14100"/>
          <ac:cxnSpMkLst>
            <pc:docMk/>
            <pc:sldMk cId="3658200499" sldId="263"/>
            <ac:cxnSpMk id="51" creationId="{F989E066-6DBA-4990-B539-3CE2FA048E83}"/>
          </ac:cxnSpMkLst>
        </pc:cxnChg>
      </pc:sldChg>
      <pc:sldChg chg="addSp delSp modSp new mod">
        <pc:chgData name="海老澤 優" userId="4dd71858c3efb38d" providerId="LiveId" clId="{61B3BC33-C435-484B-9F4E-A87EB1910E13}" dt="2022-01-29T15:44:14.673" v="2106" actId="1076"/>
        <pc:sldMkLst>
          <pc:docMk/>
          <pc:sldMk cId="525295845" sldId="264"/>
        </pc:sldMkLst>
        <pc:spChg chg="del">
          <ac:chgData name="海老澤 優" userId="4dd71858c3efb38d" providerId="LiveId" clId="{61B3BC33-C435-484B-9F4E-A87EB1910E13}" dt="2022-01-29T05:36:18.154" v="2064" actId="478"/>
          <ac:spMkLst>
            <pc:docMk/>
            <pc:sldMk cId="525295845" sldId="264"/>
            <ac:spMk id="2" creationId="{B502B79B-1A55-4A85-A604-29129AB134D1}"/>
          </ac:spMkLst>
        </pc:spChg>
        <pc:spChg chg="del">
          <ac:chgData name="海老澤 優" userId="4dd71858c3efb38d" providerId="LiveId" clId="{61B3BC33-C435-484B-9F4E-A87EB1910E13}" dt="2022-01-29T05:36:20.712" v="2065" actId="478"/>
          <ac:spMkLst>
            <pc:docMk/>
            <pc:sldMk cId="525295845" sldId="264"/>
            <ac:spMk id="3" creationId="{4F8D8D37-B71A-44C7-9598-B173C25E95B4}"/>
          </ac:spMkLst>
        </pc:spChg>
        <pc:picChg chg="add del mod">
          <ac:chgData name="海老澤 優" userId="4dd71858c3efb38d" providerId="LiveId" clId="{61B3BC33-C435-484B-9F4E-A87EB1910E13}" dt="2022-01-29T05:38:18.122" v="2078" actId="478"/>
          <ac:picMkLst>
            <pc:docMk/>
            <pc:sldMk cId="525295845" sldId="264"/>
            <ac:picMk id="5" creationId="{89803CA6-7A57-4BB0-817C-DCFB46583308}"/>
          </ac:picMkLst>
        </pc:picChg>
        <pc:picChg chg="add mod">
          <ac:chgData name="海老澤 優" userId="4dd71858c3efb38d" providerId="LiveId" clId="{61B3BC33-C435-484B-9F4E-A87EB1910E13}" dt="2022-01-29T05:37:54.470" v="2075" actId="1076"/>
          <ac:picMkLst>
            <pc:docMk/>
            <pc:sldMk cId="525295845" sldId="264"/>
            <ac:picMk id="7" creationId="{4406EDF3-38CF-489D-83C1-1BCDCBBB87EA}"/>
          </ac:picMkLst>
        </pc:picChg>
        <pc:picChg chg="add mod modCrop">
          <ac:chgData name="海老澤 優" userId="4dd71858c3efb38d" providerId="LiveId" clId="{61B3BC33-C435-484B-9F4E-A87EB1910E13}" dt="2022-01-29T15:43:51.983" v="2100" actId="1076"/>
          <ac:picMkLst>
            <pc:docMk/>
            <pc:sldMk cId="525295845" sldId="264"/>
            <ac:picMk id="11" creationId="{2DD7FD0C-0F35-4AD8-8D7E-8974794CC144}"/>
          </ac:picMkLst>
        </pc:picChg>
        <pc:picChg chg="add mod">
          <ac:chgData name="海老澤 優" userId="4dd71858c3efb38d" providerId="LiveId" clId="{61B3BC33-C435-484B-9F4E-A87EB1910E13}" dt="2022-01-29T15:43:24.614" v="2093"/>
          <ac:picMkLst>
            <pc:docMk/>
            <pc:sldMk cId="525295845" sldId="264"/>
            <ac:picMk id="14" creationId="{1E35707D-C987-4D59-AED5-7CC314D78908}"/>
          </ac:picMkLst>
        </pc:picChg>
        <pc:picChg chg="add mod modCrop">
          <ac:chgData name="海老澤 優" userId="4dd71858c3efb38d" providerId="LiveId" clId="{61B3BC33-C435-484B-9F4E-A87EB1910E13}" dt="2022-01-29T15:44:14.673" v="2106" actId="1076"/>
          <ac:picMkLst>
            <pc:docMk/>
            <pc:sldMk cId="525295845" sldId="264"/>
            <ac:picMk id="15" creationId="{A99DFB14-32B3-4331-9900-088105B6C795}"/>
          </ac:picMkLst>
        </pc:picChg>
        <pc:cxnChg chg="add del">
          <ac:chgData name="海老澤 優" userId="4dd71858c3efb38d" providerId="LiveId" clId="{61B3BC33-C435-484B-9F4E-A87EB1910E13}" dt="2022-01-29T05:38:16.581" v="2077" actId="11529"/>
          <ac:cxnSpMkLst>
            <pc:docMk/>
            <pc:sldMk cId="525295845" sldId="264"/>
            <ac:cxnSpMk id="9" creationId="{5555FCC3-C7F5-45FB-AE47-4E12AFFCC987}"/>
          </ac:cxnSpMkLst>
        </pc:cxnChg>
        <pc:cxnChg chg="add mod">
          <ac:chgData name="海老澤 優" userId="4dd71858c3efb38d" providerId="LiveId" clId="{61B3BC33-C435-484B-9F4E-A87EB1910E13}" dt="2022-01-29T05:42:29.579" v="2092" actId="1076"/>
          <ac:cxnSpMkLst>
            <pc:docMk/>
            <pc:sldMk cId="525295845" sldId="264"/>
            <ac:cxnSpMk id="13" creationId="{689BC881-E953-4E0E-B01F-8D56363AA2D5}"/>
          </ac:cxnSpMkLst>
        </pc:cxnChg>
      </pc:sldChg>
      <pc:sldChg chg="addSp delSp modSp new mod">
        <pc:chgData name="海老澤 優" userId="4dd71858c3efb38d" providerId="LiveId" clId="{61B3BC33-C435-484B-9F4E-A87EB1910E13}" dt="2022-01-31T07:04:13.208" v="4344" actId="20577"/>
        <pc:sldMkLst>
          <pc:docMk/>
          <pc:sldMk cId="1713610385" sldId="265"/>
        </pc:sldMkLst>
        <pc:spChg chg="del">
          <ac:chgData name="海老澤 優" userId="4dd71858c3efb38d" providerId="LiveId" clId="{61B3BC33-C435-484B-9F4E-A87EB1910E13}" dt="2022-01-30T05:20:20.051" v="2108" actId="478"/>
          <ac:spMkLst>
            <pc:docMk/>
            <pc:sldMk cId="1713610385" sldId="265"/>
            <ac:spMk id="2" creationId="{2B4A1BB7-A3FF-4C9B-8087-DE2A42A9767D}"/>
          </ac:spMkLst>
        </pc:spChg>
        <pc:spChg chg="add del">
          <ac:chgData name="海老澤 優" userId="4dd71858c3efb38d" providerId="LiveId" clId="{61B3BC33-C435-484B-9F4E-A87EB1910E13}" dt="2022-01-30T05:58:40.617" v="2127" actId="478"/>
          <ac:spMkLst>
            <pc:docMk/>
            <pc:sldMk cId="1713610385" sldId="265"/>
            <ac:spMk id="3" creationId="{F600D9A2-06CC-4AD8-A5FF-470071A91915}"/>
          </ac:spMkLst>
        </pc:spChg>
        <pc:spChg chg="add mod">
          <ac:chgData name="海老澤 優" userId="4dd71858c3efb38d" providerId="LiveId" clId="{61B3BC33-C435-484B-9F4E-A87EB1910E13}" dt="2022-01-30T10:05:20.754" v="2478" actId="1076"/>
          <ac:spMkLst>
            <pc:docMk/>
            <pc:sldMk cId="1713610385" sldId="265"/>
            <ac:spMk id="23" creationId="{71C3F57A-454A-4960-831A-9C4FA0D7CE7B}"/>
          </ac:spMkLst>
        </pc:spChg>
        <pc:spChg chg="add mod">
          <ac:chgData name="海老澤 優" userId="4dd71858c3efb38d" providerId="LiveId" clId="{61B3BC33-C435-484B-9F4E-A87EB1910E13}" dt="2022-01-30T06:57:38.906" v="2238" actId="1076"/>
          <ac:spMkLst>
            <pc:docMk/>
            <pc:sldMk cId="1713610385" sldId="265"/>
            <ac:spMk id="26" creationId="{2CA38CA4-B9EB-485E-A232-302E0AF242C6}"/>
          </ac:spMkLst>
        </pc:spChg>
        <pc:spChg chg="add mod">
          <ac:chgData name="海老澤 優" userId="4dd71858c3efb38d" providerId="LiveId" clId="{61B3BC33-C435-484B-9F4E-A87EB1910E13}" dt="2022-01-30T06:57:31.472" v="2236" actId="1076"/>
          <ac:spMkLst>
            <pc:docMk/>
            <pc:sldMk cId="1713610385" sldId="265"/>
            <ac:spMk id="27" creationId="{B266FE2B-43A7-4CA9-AF9F-AD8438435F10}"/>
          </ac:spMkLst>
        </pc:spChg>
        <pc:spChg chg="add mod">
          <ac:chgData name="海老澤 優" userId="4dd71858c3efb38d" providerId="LiveId" clId="{61B3BC33-C435-484B-9F4E-A87EB1910E13}" dt="2022-01-30T06:58:52.755" v="2271" actId="1076"/>
          <ac:spMkLst>
            <pc:docMk/>
            <pc:sldMk cId="1713610385" sldId="265"/>
            <ac:spMk id="28" creationId="{ED55A085-4BB7-43FB-A39F-70ADCBE8B5D0}"/>
          </ac:spMkLst>
        </pc:spChg>
        <pc:spChg chg="add mod">
          <ac:chgData name="海老澤 優" userId="4dd71858c3efb38d" providerId="LiveId" clId="{61B3BC33-C435-484B-9F4E-A87EB1910E13}" dt="2022-01-30T06:59:36.780" v="2289" actId="1076"/>
          <ac:spMkLst>
            <pc:docMk/>
            <pc:sldMk cId="1713610385" sldId="265"/>
            <ac:spMk id="29" creationId="{B499365D-909C-422F-BF9D-F14A90CAD83C}"/>
          </ac:spMkLst>
        </pc:spChg>
        <pc:spChg chg="add mod">
          <ac:chgData name="海老澤 優" userId="4dd71858c3efb38d" providerId="LiveId" clId="{61B3BC33-C435-484B-9F4E-A87EB1910E13}" dt="2022-01-30T06:59:51.297" v="2307" actId="1076"/>
          <ac:spMkLst>
            <pc:docMk/>
            <pc:sldMk cId="1713610385" sldId="265"/>
            <ac:spMk id="30" creationId="{00E9FE79-0963-48EB-9E3C-9757057F64F6}"/>
          </ac:spMkLst>
        </pc:spChg>
        <pc:spChg chg="add mod">
          <ac:chgData name="海老澤 優" userId="4dd71858c3efb38d" providerId="LiveId" clId="{61B3BC33-C435-484B-9F4E-A87EB1910E13}" dt="2022-01-30T10:05:21.123" v="2479" actId="1076"/>
          <ac:spMkLst>
            <pc:docMk/>
            <pc:sldMk cId="1713610385" sldId="265"/>
            <ac:spMk id="31" creationId="{6CFACB9D-07FF-40BF-80F5-2A8F94B6777E}"/>
          </ac:spMkLst>
        </pc:spChg>
        <pc:spChg chg="add mod">
          <ac:chgData name="海老澤 優" userId="4dd71858c3efb38d" providerId="LiveId" clId="{61B3BC33-C435-484B-9F4E-A87EB1910E13}" dt="2022-01-31T07:04:13.208" v="4344" actId="20577"/>
          <ac:spMkLst>
            <pc:docMk/>
            <pc:sldMk cId="1713610385" sldId="265"/>
            <ac:spMk id="35" creationId="{CE1E63D2-0BB1-416A-A083-047FA35DD659}"/>
          </ac:spMkLst>
        </pc:spChg>
        <pc:spChg chg="add mod">
          <ac:chgData name="海老澤 優" userId="4dd71858c3efb38d" providerId="LiveId" clId="{61B3BC33-C435-484B-9F4E-A87EB1910E13}" dt="2022-01-30T10:04:44.869" v="2473" actId="1076"/>
          <ac:spMkLst>
            <pc:docMk/>
            <pc:sldMk cId="1713610385" sldId="265"/>
            <ac:spMk id="44" creationId="{11349D95-3959-4340-A127-1D24FC6F6637}"/>
          </ac:spMkLst>
        </pc:spChg>
        <pc:spChg chg="add mod">
          <ac:chgData name="海老澤 優" userId="4dd71858c3efb38d" providerId="LiveId" clId="{61B3BC33-C435-484B-9F4E-A87EB1910E13}" dt="2022-01-30T10:09:13.054" v="2565" actId="208"/>
          <ac:spMkLst>
            <pc:docMk/>
            <pc:sldMk cId="1713610385" sldId="265"/>
            <ac:spMk id="45" creationId="{04F50EAE-87F1-4621-845D-FF52C3D31DE6}"/>
          </ac:spMkLst>
        </pc:spChg>
        <pc:spChg chg="add mod">
          <ac:chgData name="海老澤 優" userId="4dd71858c3efb38d" providerId="LiveId" clId="{61B3BC33-C435-484B-9F4E-A87EB1910E13}" dt="2022-01-30T10:06:12.648" v="2533" actId="1076"/>
          <ac:spMkLst>
            <pc:docMk/>
            <pc:sldMk cId="1713610385" sldId="265"/>
            <ac:spMk id="46" creationId="{46B2D372-2578-4A89-B6CD-8A76A8CCCB01}"/>
          </ac:spMkLst>
        </pc:spChg>
        <pc:spChg chg="add mod">
          <ac:chgData name="海老澤 優" userId="4dd71858c3efb38d" providerId="LiveId" clId="{61B3BC33-C435-484B-9F4E-A87EB1910E13}" dt="2022-01-30T10:09:19.406" v="2566" actId="208"/>
          <ac:spMkLst>
            <pc:docMk/>
            <pc:sldMk cId="1713610385" sldId="265"/>
            <ac:spMk id="47" creationId="{558700D7-4870-4597-AEFD-85D62C1070BD}"/>
          </ac:spMkLst>
        </pc:spChg>
        <pc:spChg chg="add mod">
          <ac:chgData name="海老澤 優" userId="4dd71858c3efb38d" providerId="LiveId" clId="{61B3BC33-C435-484B-9F4E-A87EB1910E13}" dt="2022-01-30T10:07:44.090" v="2564" actId="1076"/>
          <ac:spMkLst>
            <pc:docMk/>
            <pc:sldMk cId="1713610385" sldId="265"/>
            <ac:spMk id="48" creationId="{B40361F7-65B8-4E98-B354-56B5369E88C2}"/>
          </ac:spMkLst>
        </pc:spChg>
        <pc:grpChg chg="add del mod">
          <ac:chgData name="海老澤 優" userId="4dd71858c3efb38d" providerId="LiveId" clId="{61B3BC33-C435-484B-9F4E-A87EB1910E13}" dt="2022-01-30T05:58:37.233" v="2122" actId="164"/>
          <ac:grpSpMkLst>
            <pc:docMk/>
            <pc:sldMk cId="1713610385" sldId="265"/>
            <ac:grpSpMk id="8" creationId="{8D8FF7BA-B3E3-4CFC-8CB2-3316EAFBF661}"/>
          </ac:grpSpMkLst>
        </pc:grpChg>
        <pc:picChg chg="add del mod topLvl">
          <ac:chgData name="海老澤 優" userId="4dd71858c3efb38d" providerId="LiveId" clId="{61B3BC33-C435-484B-9F4E-A87EB1910E13}" dt="2022-01-30T05:58:37.950" v="2125" actId="931"/>
          <ac:picMkLst>
            <pc:docMk/>
            <pc:sldMk cId="1713610385" sldId="265"/>
            <ac:picMk id="5" creationId="{3CCB4AC7-AA7F-43E4-A811-E53777E3DF53}"/>
          </ac:picMkLst>
        </pc:picChg>
        <pc:picChg chg="add del mod topLvl">
          <ac:chgData name="海老澤 優" userId="4dd71858c3efb38d" providerId="LiveId" clId="{61B3BC33-C435-484B-9F4E-A87EB1910E13}" dt="2022-01-30T05:58:37.950" v="2125" actId="931"/>
          <ac:picMkLst>
            <pc:docMk/>
            <pc:sldMk cId="1713610385" sldId="265"/>
            <ac:picMk id="7" creationId="{48CC665E-14F7-4CFC-B02E-347A043046AA}"/>
          </ac:picMkLst>
        </pc:picChg>
        <pc:picChg chg="add mod">
          <ac:chgData name="海老澤 優" userId="4dd71858c3efb38d" providerId="LiveId" clId="{61B3BC33-C435-484B-9F4E-A87EB1910E13}" dt="2022-01-30T06:57:34.588" v="2237" actId="1076"/>
          <ac:picMkLst>
            <pc:docMk/>
            <pc:sldMk cId="1713610385" sldId="265"/>
            <ac:picMk id="10" creationId="{D170A877-E15C-45E6-BE0A-96F124004948}"/>
          </ac:picMkLst>
        </pc:picChg>
        <pc:picChg chg="add mod">
          <ac:chgData name="海老澤 優" userId="4dd71858c3efb38d" providerId="LiveId" clId="{61B3BC33-C435-484B-9F4E-A87EB1910E13}" dt="2022-01-30T06:57:26.497" v="2235" actId="1076"/>
          <ac:picMkLst>
            <pc:docMk/>
            <pc:sldMk cId="1713610385" sldId="265"/>
            <ac:picMk id="12" creationId="{E01E30AA-0506-492D-B68E-4A1F49D6B951}"/>
          </ac:picMkLst>
        </pc:picChg>
        <pc:picChg chg="add mod">
          <ac:chgData name="海老澤 優" userId="4dd71858c3efb38d" providerId="LiveId" clId="{61B3BC33-C435-484B-9F4E-A87EB1910E13}" dt="2022-01-30T07:00:07.374" v="2309" actId="1076"/>
          <ac:picMkLst>
            <pc:docMk/>
            <pc:sldMk cId="1713610385" sldId="265"/>
            <ac:picMk id="14" creationId="{1E7E5133-7A16-41FF-8048-679ABC3A5217}"/>
          </ac:picMkLst>
        </pc:picChg>
        <pc:picChg chg="add del mod">
          <ac:chgData name="海老澤 優" userId="4dd71858c3efb38d" providerId="LiveId" clId="{61B3BC33-C435-484B-9F4E-A87EB1910E13}" dt="2022-01-30T07:06:25.035" v="2446" actId="478"/>
          <ac:picMkLst>
            <pc:docMk/>
            <pc:sldMk cId="1713610385" sldId="265"/>
            <ac:picMk id="16" creationId="{A0C59DE0-3602-4254-8724-B484E5567EE6}"/>
          </ac:picMkLst>
        </pc:picChg>
        <pc:picChg chg="add mod">
          <ac:chgData name="海老澤 優" userId="4dd71858c3efb38d" providerId="LiveId" clId="{61B3BC33-C435-484B-9F4E-A87EB1910E13}" dt="2022-01-30T07:06:37.034" v="2451" actId="1076"/>
          <ac:picMkLst>
            <pc:docMk/>
            <pc:sldMk cId="1713610385" sldId="265"/>
            <ac:picMk id="43" creationId="{F4EF0083-ADD2-426B-BD1A-48B8E8753BFD}"/>
          </ac:picMkLst>
        </pc:picChg>
        <pc:cxnChg chg="add mod">
          <ac:chgData name="海老澤 優" userId="4dd71858c3efb38d" providerId="LiveId" clId="{61B3BC33-C435-484B-9F4E-A87EB1910E13}" dt="2022-01-30T06:57:42.026" v="2239" actId="1076"/>
          <ac:cxnSpMkLst>
            <pc:docMk/>
            <pc:sldMk cId="1713610385" sldId="265"/>
            <ac:cxnSpMk id="17" creationId="{DC0E3C16-7A65-4A3F-80A0-14B6B4DABC37}"/>
          </ac:cxnSpMkLst>
        </pc:cxnChg>
        <pc:cxnChg chg="add mod">
          <ac:chgData name="海老澤 優" userId="4dd71858c3efb38d" providerId="LiveId" clId="{61B3BC33-C435-484B-9F4E-A87EB1910E13}" dt="2022-01-30T06:52:55.253" v="2159" actId="1076"/>
          <ac:cxnSpMkLst>
            <pc:docMk/>
            <pc:sldMk cId="1713610385" sldId="265"/>
            <ac:cxnSpMk id="19" creationId="{942E35B4-4390-41CD-AB3F-5C0DB6D26191}"/>
          </ac:cxnSpMkLst>
        </pc:cxnChg>
        <pc:cxnChg chg="add mod">
          <ac:chgData name="海老澤 優" userId="4dd71858c3efb38d" providerId="LiveId" clId="{61B3BC33-C435-484B-9F4E-A87EB1910E13}" dt="2022-01-30T06:53:11.583" v="2164" actId="1076"/>
          <ac:cxnSpMkLst>
            <pc:docMk/>
            <pc:sldMk cId="1713610385" sldId="265"/>
            <ac:cxnSpMk id="21" creationId="{44E46563-E45F-416E-BA2A-BA160A70A311}"/>
          </ac:cxnSpMkLst>
        </pc:cxnChg>
        <pc:cxnChg chg="add del mod">
          <ac:chgData name="海老澤 優" userId="4dd71858c3efb38d" providerId="LiveId" clId="{61B3BC33-C435-484B-9F4E-A87EB1910E13}" dt="2022-01-30T06:58:15.426" v="2244" actId="478"/>
          <ac:cxnSpMkLst>
            <pc:docMk/>
            <pc:sldMk cId="1713610385" sldId="265"/>
            <ac:cxnSpMk id="24" creationId="{7A60F6A1-171B-47C7-89C1-7D8957BC2551}"/>
          </ac:cxnSpMkLst>
        </pc:cxnChg>
        <pc:cxnChg chg="add del mod">
          <ac:chgData name="海老澤 優" userId="4dd71858c3efb38d" providerId="LiveId" clId="{61B3BC33-C435-484B-9F4E-A87EB1910E13}" dt="2022-01-30T06:58:12.596" v="2243" actId="478"/>
          <ac:cxnSpMkLst>
            <pc:docMk/>
            <pc:sldMk cId="1713610385" sldId="265"/>
            <ac:cxnSpMk id="25" creationId="{8CC09DC9-EF80-4725-B0B3-C18BCF3208C3}"/>
          </ac:cxnSpMkLst>
        </pc:cxnChg>
        <pc:cxnChg chg="add mod">
          <ac:chgData name="海老澤 優" userId="4dd71858c3efb38d" providerId="LiveId" clId="{61B3BC33-C435-484B-9F4E-A87EB1910E13}" dt="2022-01-30T07:03:00.116" v="2394" actId="14100"/>
          <ac:cxnSpMkLst>
            <pc:docMk/>
            <pc:sldMk cId="1713610385" sldId="265"/>
            <ac:cxnSpMk id="33" creationId="{104006BC-4A16-4303-993B-55857A482D02}"/>
          </ac:cxnSpMkLst>
        </pc:cxnChg>
        <pc:cxnChg chg="add del mod">
          <ac:chgData name="海老澤 優" userId="4dd71858c3efb38d" providerId="LiveId" clId="{61B3BC33-C435-484B-9F4E-A87EB1910E13}" dt="2022-01-30T07:03:58.928" v="2433" actId="478"/>
          <ac:cxnSpMkLst>
            <pc:docMk/>
            <pc:sldMk cId="1713610385" sldId="265"/>
            <ac:cxnSpMk id="37" creationId="{373C1E39-6556-4B12-A76C-938136CEA518}"/>
          </ac:cxnSpMkLst>
        </pc:cxnChg>
        <pc:cxnChg chg="add del mod">
          <ac:chgData name="海老澤 優" userId="4dd71858c3efb38d" providerId="LiveId" clId="{61B3BC33-C435-484B-9F4E-A87EB1910E13}" dt="2022-01-30T07:04:35.807" v="2438" actId="478"/>
          <ac:cxnSpMkLst>
            <pc:docMk/>
            <pc:sldMk cId="1713610385" sldId="265"/>
            <ac:cxnSpMk id="39" creationId="{A21D023D-AB61-4415-B41C-0FE2BEBCAF2A}"/>
          </ac:cxnSpMkLst>
        </pc:cxnChg>
      </pc:sldChg>
      <pc:sldChg chg="addSp delSp modSp new mod">
        <pc:chgData name="海老澤 優" userId="4dd71858c3efb38d" providerId="LiveId" clId="{61B3BC33-C435-484B-9F4E-A87EB1910E13}" dt="2022-01-31T09:26:28.368" v="4411" actId="20577"/>
        <pc:sldMkLst>
          <pc:docMk/>
          <pc:sldMk cId="4004929253" sldId="266"/>
        </pc:sldMkLst>
        <pc:spChg chg="del">
          <ac:chgData name="海老澤 優" userId="4dd71858c3efb38d" providerId="LiveId" clId="{61B3BC33-C435-484B-9F4E-A87EB1910E13}" dt="2022-01-31T04:05:04.403" v="2568" actId="478"/>
          <ac:spMkLst>
            <pc:docMk/>
            <pc:sldMk cId="4004929253" sldId="266"/>
            <ac:spMk id="2" creationId="{A4D6A5A0-0C99-43C8-98EB-53FB23EA1944}"/>
          </ac:spMkLst>
        </pc:spChg>
        <pc:spChg chg="del">
          <ac:chgData name="海老澤 優" userId="4dd71858c3efb38d" providerId="LiveId" clId="{61B3BC33-C435-484B-9F4E-A87EB1910E13}" dt="2022-01-31T04:05:06.110" v="2569" actId="478"/>
          <ac:spMkLst>
            <pc:docMk/>
            <pc:sldMk cId="4004929253" sldId="266"/>
            <ac:spMk id="3" creationId="{1D562872-CD32-4F64-88FE-B842DD14A348}"/>
          </ac:spMkLst>
        </pc:spChg>
        <pc:spChg chg="add mod">
          <ac:chgData name="海老澤 優" userId="4dd71858c3efb38d" providerId="LiveId" clId="{61B3BC33-C435-484B-9F4E-A87EB1910E13}" dt="2022-01-31T09:24:53.170" v="4366" actId="20577"/>
          <ac:spMkLst>
            <pc:docMk/>
            <pc:sldMk cId="4004929253" sldId="266"/>
            <ac:spMk id="11" creationId="{3870FF35-E2FB-4EC7-9F32-DF80020E6586}"/>
          </ac:spMkLst>
        </pc:spChg>
        <pc:spChg chg="add del">
          <ac:chgData name="海老澤 優" userId="4dd71858c3efb38d" providerId="LiveId" clId="{61B3BC33-C435-484B-9F4E-A87EB1910E13}" dt="2022-01-31T04:11:50.493" v="2588" actId="22"/>
          <ac:spMkLst>
            <pc:docMk/>
            <pc:sldMk cId="4004929253" sldId="266"/>
            <ac:spMk id="13" creationId="{D7C76284-B229-45AE-9150-0CE849C9FB3F}"/>
          </ac:spMkLst>
        </pc:spChg>
        <pc:spChg chg="add mod">
          <ac:chgData name="海老澤 優" userId="4dd71858c3efb38d" providerId="LiveId" clId="{61B3BC33-C435-484B-9F4E-A87EB1910E13}" dt="2022-01-31T05:04:59.698" v="4267" actId="165"/>
          <ac:spMkLst>
            <pc:docMk/>
            <pc:sldMk cId="4004929253" sldId="266"/>
            <ac:spMk id="14" creationId="{20446AC8-2606-4DDE-999C-A663E71D4891}"/>
          </ac:spMkLst>
        </pc:spChg>
        <pc:spChg chg="add mod">
          <ac:chgData name="海老澤 優" userId="4dd71858c3efb38d" providerId="LiveId" clId="{61B3BC33-C435-484B-9F4E-A87EB1910E13}" dt="2022-01-31T09:26:28.368" v="4411" actId="20577"/>
          <ac:spMkLst>
            <pc:docMk/>
            <pc:sldMk cId="4004929253" sldId="266"/>
            <ac:spMk id="16" creationId="{447E57F0-60F1-4914-B5CB-6FD641C8B95A}"/>
          </ac:spMkLst>
        </pc:spChg>
        <pc:spChg chg="add del mod">
          <ac:chgData name="海老澤 優" userId="4dd71858c3efb38d" providerId="LiveId" clId="{61B3BC33-C435-484B-9F4E-A87EB1910E13}" dt="2022-01-31T04:48:58.009" v="3449"/>
          <ac:spMkLst>
            <pc:docMk/>
            <pc:sldMk cId="4004929253" sldId="266"/>
            <ac:spMk id="17" creationId="{A6F1BAD2-9709-4790-96CB-5E7908431DBF}"/>
          </ac:spMkLst>
        </pc:spChg>
        <pc:spChg chg="add mod">
          <ac:chgData name="海老澤 優" userId="4dd71858c3efb38d" providerId="LiveId" clId="{61B3BC33-C435-484B-9F4E-A87EB1910E13}" dt="2022-01-31T06:53:32.214" v="4330" actId="20577"/>
          <ac:spMkLst>
            <pc:docMk/>
            <pc:sldMk cId="4004929253" sldId="266"/>
            <ac:spMk id="18" creationId="{54F8BAE7-AB77-4177-8547-EB95D7CB545A}"/>
          </ac:spMkLst>
        </pc:spChg>
        <pc:spChg chg="add del mod">
          <ac:chgData name="海老澤 優" userId="4dd71858c3efb38d" providerId="LiveId" clId="{61B3BC33-C435-484B-9F4E-A87EB1910E13}" dt="2022-01-31T04:59:06.017" v="4146" actId="478"/>
          <ac:spMkLst>
            <pc:docMk/>
            <pc:sldMk cId="4004929253" sldId="266"/>
            <ac:spMk id="19" creationId="{46D1117F-043D-41E5-B508-64D2824C377B}"/>
          </ac:spMkLst>
        </pc:spChg>
        <pc:spChg chg="add mod topLvl">
          <ac:chgData name="海老澤 優" userId="4dd71858c3efb38d" providerId="LiveId" clId="{61B3BC33-C435-484B-9F4E-A87EB1910E13}" dt="2022-01-31T05:04:59.698" v="4267" actId="165"/>
          <ac:spMkLst>
            <pc:docMk/>
            <pc:sldMk cId="4004929253" sldId="266"/>
            <ac:spMk id="20" creationId="{E414EED2-7592-4761-9E87-BD49EFFBD274}"/>
          </ac:spMkLst>
        </pc:spChg>
        <pc:spChg chg="add mod">
          <ac:chgData name="海老澤 優" userId="4dd71858c3efb38d" providerId="LiveId" clId="{61B3BC33-C435-484B-9F4E-A87EB1910E13}" dt="2022-01-31T05:04:59.698" v="4267" actId="165"/>
          <ac:spMkLst>
            <pc:docMk/>
            <pc:sldMk cId="4004929253" sldId="266"/>
            <ac:spMk id="21" creationId="{5BA50ECD-D70E-44D4-8290-A4860A6D452E}"/>
          </ac:spMkLst>
        </pc:spChg>
        <pc:spChg chg="add mod topLvl">
          <ac:chgData name="海老澤 優" userId="4dd71858c3efb38d" providerId="LiveId" clId="{61B3BC33-C435-484B-9F4E-A87EB1910E13}" dt="2022-01-31T05:05:07.053" v="4268" actId="1076"/>
          <ac:spMkLst>
            <pc:docMk/>
            <pc:sldMk cId="4004929253" sldId="266"/>
            <ac:spMk id="25" creationId="{524F2A3E-8A8F-435A-AE6E-780D08F706AB}"/>
          </ac:spMkLst>
        </pc:spChg>
        <pc:grpChg chg="add mod">
          <ac:chgData name="海老澤 優" userId="4dd71858c3efb38d" providerId="LiveId" clId="{61B3BC33-C435-484B-9F4E-A87EB1910E13}" dt="2022-01-31T05:04:59.698" v="4267" actId="165"/>
          <ac:grpSpMkLst>
            <pc:docMk/>
            <pc:sldMk cId="4004929253" sldId="266"/>
            <ac:grpSpMk id="12" creationId="{BA73C844-27FB-4B6F-A45C-A57E953F7969}"/>
          </ac:grpSpMkLst>
        </pc:grpChg>
        <pc:grpChg chg="add mod topLvl">
          <ac:chgData name="海老澤 優" userId="4dd71858c3efb38d" providerId="LiveId" clId="{61B3BC33-C435-484B-9F4E-A87EB1910E13}" dt="2022-01-31T05:04:59.698" v="4267" actId="165"/>
          <ac:grpSpMkLst>
            <pc:docMk/>
            <pc:sldMk cId="4004929253" sldId="266"/>
            <ac:grpSpMk id="15" creationId="{7F9F1521-10C0-47CE-A657-A18DDCAF8C37}"/>
          </ac:grpSpMkLst>
        </pc:grpChg>
        <pc:grpChg chg="add del mod">
          <ac:chgData name="海老澤 優" userId="4dd71858c3efb38d" providerId="LiveId" clId="{61B3BC33-C435-484B-9F4E-A87EB1910E13}" dt="2022-01-31T05:04:59.698" v="4267" actId="165"/>
          <ac:grpSpMkLst>
            <pc:docMk/>
            <pc:sldMk cId="4004929253" sldId="266"/>
            <ac:grpSpMk id="24" creationId="{DFDDB28B-7A8B-47B7-A19B-C6E0B2D11EB3}"/>
          </ac:grpSpMkLst>
        </pc:grpChg>
        <pc:picChg chg="add del mod">
          <ac:chgData name="海老澤 優" userId="4dd71858c3efb38d" providerId="LiveId" clId="{61B3BC33-C435-484B-9F4E-A87EB1910E13}" dt="2022-01-31T04:08:35.754" v="2571" actId="478"/>
          <ac:picMkLst>
            <pc:docMk/>
            <pc:sldMk cId="4004929253" sldId="266"/>
            <ac:picMk id="5" creationId="{3D34AE6F-0432-4E35-90A7-1432E7DC509C}"/>
          </ac:picMkLst>
        </pc:picChg>
        <pc:picChg chg="add del mod">
          <ac:chgData name="海老澤 優" userId="4dd71858c3efb38d" providerId="LiveId" clId="{61B3BC33-C435-484B-9F4E-A87EB1910E13}" dt="2022-01-31T04:10:16.245" v="2584" actId="478"/>
          <ac:picMkLst>
            <pc:docMk/>
            <pc:sldMk cId="4004929253" sldId="266"/>
            <ac:picMk id="7" creationId="{23334AFD-9FF3-4FC3-AFD3-C6BB91D476B1}"/>
          </ac:picMkLst>
        </pc:picChg>
        <pc:picChg chg="add del mod">
          <ac:chgData name="海老澤 優" userId="4dd71858c3efb38d" providerId="LiveId" clId="{61B3BC33-C435-484B-9F4E-A87EB1910E13}" dt="2022-01-31T04:10:14.811" v="2583" actId="478"/>
          <ac:picMkLst>
            <pc:docMk/>
            <pc:sldMk cId="4004929253" sldId="266"/>
            <ac:picMk id="9" creationId="{82700527-B2B3-4C8C-A6A3-0CB5FADF67C6}"/>
          </ac:picMkLst>
        </pc:picChg>
        <pc:picChg chg="add mod modCrop">
          <ac:chgData name="海老澤 優" userId="4dd71858c3efb38d" providerId="LiveId" clId="{61B3BC33-C435-484B-9F4E-A87EB1910E13}" dt="2022-01-31T05:02:00.292" v="4252" actId="1076"/>
          <ac:picMkLst>
            <pc:docMk/>
            <pc:sldMk cId="4004929253" sldId="266"/>
            <ac:picMk id="23" creationId="{67403E6D-F72E-43A8-A3DC-E746D65D9CD3}"/>
          </ac:picMkLst>
        </pc:picChg>
        <pc:picChg chg="add mod">
          <ac:chgData name="海老澤 優" userId="4dd71858c3efb38d" providerId="LiveId" clId="{61B3BC33-C435-484B-9F4E-A87EB1910E13}" dt="2022-01-31T05:04:35.228" v="4266" actId="14100"/>
          <ac:picMkLst>
            <pc:docMk/>
            <pc:sldMk cId="4004929253" sldId="266"/>
            <ac:picMk id="27" creationId="{F244302C-6071-481B-B82E-91FF4768BC45}"/>
          </ac:picMkLst>
        </pc:picChg>
        <pc:picChg chg="add mod">
          <ac:chgData name="海老澤 優" userId="4dd71858c3efb38d" providerId="LiveId" clId="{61B3BC33-C435-484B-9F4E-A87EB1910E13}" dt="2022-01-31T05:04:22.772" v="4265" actId="14100"/>
          <ac:picMkLst>
            <pc:docMk/>
            <pc:sldMk cId="4004929253" sldId="266"/>
            <ac:picMk id="29" creationId="{7E8E68EF-C7D2-4B67-A51F-99053A96FA5C}"/>
          </ac:picMkLst>
        </pc:picChg>
        <pc:picChg chg="add mod">
          <ac:chgData name="海老澤 優" userId="4dd71858c3efb38d" providerId="LiveId" clId="{61B3BC33-C435-484B-9F4E-A87EB1910E13}" dt="2022-01-31T05:04:59.698" v="4267" actId="165"/>
          <ac:picMkLst>
            <pc:docMk/>
            <pc:sldMk cId="4004929253" sldId="266"/>
            <ac:picMk id="1026" creationId="{125CA7F0-FB8B-4C01-8CA1-9E30DCEFCCE5}"/>
          </ac:picMkLst>
        </pc:picChg>
        <pc:picChg chg="add mod">
          <ac:chgData name="海老澤 優" userId="4dd71858c3efb38d" providerId="LiveId" clId="{61B3BC33-C435-484B-9F4E-A87EB1910E13}" dt="2022-01-31T05:04:59.698" v="4267" actId="165"/>
          <ac:picMkLst>
            <pc:docMk/>
            <pc:sldMk cId="4004929253" sldId="266"/>
            <ac:picMk id="1028" creationId="{5DC29425-8CC1-4DA4-B38B-808513A4BD87}"/>
          </ac:picMkLst>
        </pc:picChg>
        <pc:picChg chg="add mod">
          <ac:chgData name="海老澤 優" userId="4dd71858c3efb38d" providerId="LiveId" clId="{61B3BC33-C435-484B-9F4E-A87EB1910E13}" dt="2022-01-31T05:04:59.698" v="4267" actId="165"/>
          <ac:picMkLst>
            <pc:docMk/>
            <pc:sldMk cId="4004929253" sldId="266"/>
            <ac:picMk id="1030" creationId="{96461A99-C5FA-4D03-9966-B95E4BF230E3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AC3DAF6-EC21-422D-8C53-F898DA4DD0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F7FFFB6A-22EE-4D3C-B2D1-747BFC656C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B552AB6-0CCA-4BC9-BF29-1A628E90A2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0C8F2-979B-4CCF-9F0F-F596535C913F}" type="datetimeFigureOut">
              <a:rPr kumimoji="1" lang="ja-JP" altLang="en-US" smtClean="0"/>
              <a:t>2022/10/19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554091F-DC19-4B51-A3E1-03C2D5F2B2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DE2D483-633E-4643-8236-329C6F277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029A2-5E4E-458F-9A3B-D2F6732DF8C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703930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C93415F-11F2-48DF-8847-B4DE33623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201DD67-7BA8-4959-BA91-D6577BFBD5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4C88530-F0BB-4B41-BEA2-D84ACF33F6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0C8F2-979B-4CCF-9F0F-F596535C913F}" type="datetimeFigureOut">
              <a:rPr kumimoji="1" lang="ja-JP" altLang="en-US" smtClean="0"/>
              <a:t>2022/10/19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8AB4AAD-5E49-4477-8754-6A47209E6B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3716AFC-FD08-45B1-BB6B-F19293438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029A2-5E4E-458F-9A3B-D2F6732DF8C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705029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6DF9A77-8BCE-4F73-A082-487BE88979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808EB55-C33D-49AF-826E-887FB494BB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EDC7E53-873B-423A-8483-5C323409A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0C8F2-979B-4CCF-9F0F-F596535C913F}" type="datetimeFigureOut">
              <a:rPr kumimoji="1" lang="ja-JP" altLang="en-US" smtClean="0"/>
              <a:t>2022/10/19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5025F01-CA7C-4F14-87B1-C0C1F6A8C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1801DEA-DE3A-4E24-8922-475450AA7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029A2-5E4E-458F-9A3B-D2F6732DF8C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270124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735A393-CFD2-4AB9-B2FA-606F15BAA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03D3EFA-8C31-46B7-A769-3BA8055546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1CB47B7-60EB-4DF1-8E11-6DAE45360E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088C40C-B5A9-4264-84BB-CAF28A664C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0C8F2-979B-4CCF-9F0F-F596535C913F}" type="datetimeFigureOut">
              <a:rPr kumimoji="1" lang="ja-JP" altLang="en-US" smtClean="0"/>
              <a:t>2022/10/19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05F85E1-5D0F-4D8E-BBDC-F8A51398CC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AAFEC29-3449-4A53-9A46-8330399B9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029A2-5E4E-458F-9A3B-D2F6732DF8C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003897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0FDD839-73CE-4350-8C22-89D649FF91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6B8FF8D-9775-4BA8-AF6C-47E143FA0B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B081C3C-4BC0-4030-B46F-CCBE92CEF5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AF87F226-84A9-4D41-8E4F-35DFE62B15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4AC041D3-0282-4E5E-9D8B-F43AF65485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931A92F4-660D-491B-9B29-AE73D241B9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0C8F2-979B-4CCF-9F0F-F596535C913F}" type="datetimeFigureOut">
              <a:rPr kumimoji="1" lang="ja-JP" altLang="en-US" smtClean="0"/>
              <a:t>2022/10/19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781C9C98-41CE-4F22-8650-8F553D8980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326FFECA-7F7F-48D3-AED7-201D87206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029A2-5E4E-458F-9A3B-D2F6732DF8C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66200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FAFD6F9-4C23-4D2F-A8CD-81BDDAC70A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25427B62-A2ED-44FC-9DD2-8392C2F8F4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0C8F2-979B-4CCF-9F0F-F596535C913F}" type="datetimeFigureOut">
              <a:rPr kumimoji="1" lang="ja-JP" altLang="en-US" smtClean="0"/>
              <a:t>2022/10/19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193B8CA9-1118-4BE5-8141-BEDA66A1B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F74B59D8-2721-4FDE-AB8A-66C259931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029A2-5E4E-458F-9A3B-D2F6732DF8C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221968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B6C7FAAC-815B-4A5D-A63E-14F2227C3E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0C8F2-979B-4CCF-9F0F-F596535C913F}" type="datetimeFigureOut">
              <a:rPr kumimoji="1" lang="ja-JP" altLang="en-US" smtClean="0"/>
              <a:t>2022/10/19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8DBD025D-1AFE-472B-9FEC-C1E8BC07E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1C797F3-C128-4F27-98DD-B9ACFA0DC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029A2-5E4E-458F-9A3B-D2F6732DF8C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631904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275C54B-3123-4FB9-8B35-0FB5082FA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6D032B8-7729-4FCE-AA7F-76F497B148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0EC2290-527C-484A-B440-A39EDB9D62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0D12127-2565-456F-9D74-B69845C7F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0C8F2-979B-4CCF-9F0F-F596535C913F}" type="datetimeFigureOut">
              <a:rPr kumimoji="1" lang="ja-JP" altLang="en-US" smtClean="0"/>
              <a:t>2022/10/19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69E9FF2-BF50-4D29-BF45-C5AD47B06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28046A8-DB1A-4FED-895F-59EE4AE119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029A2-5E4E-458F-9A3B-D2F6732DF8C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018440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A93DED4-DF89-471F-8AF6-5C23B2DB1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B2FA5D74-CF8C-48CC-8B9D-AB079F5115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C9B8562-9028-4973-86D9-40673F830A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1BA85B3-431E-47D3-87EB-04FD128144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0C8F2-979B-4CCF-9F0F-F596535C913F}" type="datetimeFigureOut">
              <a:rPr kumimoji="1" lang="ja-JP" altLang="en-US" smtClean="0"/>
              <a:t>2022/10/19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04605F6-0B6F-4652-AC56-788E02D4E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02AD18F-5DED-4683-83A6-B3E0C18AF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029A2-5E4E-458F-9A3B-D2F6732DF8C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329505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761EAED-A6F8-4636-A9E7-3371457D3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C4819ED-6286-472E-9072-3DDED6BF06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BD8FBB5-5315-45FA-AC0A-E2907FA01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0C8F2-979B-4CCF-9F0F-F596535C913F}" type="datetimeFigureOut">
              <a:rPr kumimoji="1" lang="ja-JP" altLang="en-US" smtClean="0"/>
              <a:t>2022/10/19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6C12E0A-640B-4A34-B902-FF654D71F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3817621-822D-4738-B994-9AEDF0C54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029A2-5E4E-458F-9A3B-D2F6732DF8C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9240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E33BA04E-C027-49F8-B9D8-8AFE176D14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F7A616CD-42E7-425F-A01A-B0D1ECEF85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8455869-2285-4D73-A82C-4A8E8C2A8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0C8F2-979B-4CCF-9F0F-F596535C913F}" type="datetimeFigureOut">
              <a:rPr kumimoji="1" lang="ja-JP" altLang="en-US" smtClean="0"/>
              <a:t>2022/10/19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4C1D3DE-6EE8-4808-B210-1DE2D6E9B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65B6194-187C-4A5F-8284-46F3EB840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029A2-5E4E-458F-9A3B-D2F6732DF8C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909873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95C8BDBC-3ED2-4F4B-BA48-15FAE012DF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4A51FA3-405D-46CA-9722-8C92401DB3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875B86D-2779-4A90-BE7E-205EBCD05C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90C8F2-979B-4CCF-9F0F-F596535C913F}" type="datetimeFigureOut">
              <a:rPr kumimoji="1" lang="ja-JP" altLang="en-US" smtClean="0"/>
              <a:t>2022/10/19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881013C-441C-4973-BB63-1655252821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D6DE3F8-D84F-4874-8551-9A7FE01943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2029A2-5E4E-458F-9A3B-D2F6732DF8C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832691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hyperlink" Target="https://www.irasutoya.com/2016/10/blog-post_225.html" TargetMode="External"/><Relationship Id="rId3" Type="http://schemas.openxmlformats.org/officeDocument/2006/relationships/hyperlink" Target="http://www.irasutoya.com/2017/03/blog-post_90.html" TargetMode="External"/><Relationship Id="rId7" Type="http://schemas.openxmlformats.org/officeDocument/2006/relationships/hyperlink" Target="https://www.irasutoya.com/2015/08/blog-post_449.html" TargetMode="External"/><Relationship Id="rId12" Type="http://schemas.openxmlformats.org/officeDocument/2006/relationships/image" Target="../media/image22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11" Type="http://schemas.openxmlformats.org/officeDocument/2006/relationships/image" Target="../media/image21.png"/><Relationship Id="rId5" Type="http://schemas.openxmlformats.org/officeDocument/2006/relationships/hyperlink" Target="https://cossama.com/life/banknote/12/2014" TargetMode="External"/><Relationship Id="rId10" Type="http://schemas.openxmlformats.org/officeDocument/2006/relationships/image" Target="../media/image20.png"/><Relationship Id="rId4" Type="http://schemas.openxmlformats.org/officeDocument/2006/relationships/image" Target="../media/image16.png"/><Relationship Id="rId9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0EDD62-1D71-4AA0-94D3-F0C864F602D1}"/>
              </a:ext>
            </a:extLst>
          </p:cNvPr>
          <p:cNvSpPr txBox="1"/>
          <p:nvPr/>
        </p:nvSpPr>
        <p:spPr>
          <a:xfrm>
            <a:off x="785707" y="1185333"/>
            <a:ext cx="2140373" cy="751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kumimoji="1" lang="ja-JP" altLang="en-US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9C07256-2222-4731-AF51-0EBEF599200D}"/>
              </a:ext>
            </a:extLst>
          </p:cNvPr>
          <p:cNvSpPr txBox="1"/>
          <p:nvPr/>
        </p:nvSpPr>
        <p:spPr>
          <a:xfrm>
            <a:off x="787508" y="1567841"/>
            <a:ext cx="13478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識別モデル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93BAF4CF-4805-43B6-A84B-7702C4B764DB}"/>
              </a:ext>
            </a:extLst>
          </p:cNvPr>
          <p:cNvSpPr txBox="1"/>
          <p:nvPr/>
        </p:nvSpPr>
        <p:spPr>
          <a:xfrm>
            <a:off x="785706" y="4397311"/>
            <a:ext cx="13478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生成</a:t>
            </a:r>
            <a:r>
              <a:rPr kumimoji="1" lang="ja-JP" altLang="en-US" dirty="0"/>
              <a:t>モデル</a:t>
            </a:r>
          </a:p>
        </p:txBody>
      </p:sp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57642264-34D1-4484-9EE1-279286DB3E64}"/>
              </a:ext>
            </a:extLst>
          </p:cNvPr>
          <p:cNvGrpSpPr/>
          <p:nvPr/>
        </p:nvGrpSpPr>
        <p:grpSpPr>
          <a:xfrm>
            <a:off x="2637500" y="1018024"/>
            <a:ext cx="4971258" cy="1480312"/>
            <a:chOff x="2637500" y="1018024"/>
            <a:chExt cx="4971258" cy="1480312"/>
          </a:xfrm>
        </p:grpSpPr>
        <p:sp>
          <p:nvSpPr>
            <p:cNvPr id="11" name="直方体 10">
              <a:extLst>
                <a:ext uri="{FF2B5EF4-FFF2-40B4-BE49-F238E27FC236}">
                  <a16:creationId xmlns:a16="http://schemas.microsoft.com/office/drawing/2014/main" id="{605F36E5-0DC5-4410-8295-B7B59B99CEE7}"/>
                </a:ext>
              </a:extLst>
            </p:cNvPr>
            <p:cNvSpPr/>
            <p:nvPr/>
          </p:nvSpPr>
          <p:spPr>
            <a:xfrm>
              <a:off x="2637500" y="1018024"/>
              <a:ext cx="2140373" cy="1468966"/>
            </a:xfrm>
            <a:prstGeom prst="cub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3" name="テキスト ボックス 12">
              <a:extLst>
                <a:ext uri="{FF2B5EF4-FFF2-40B4-BE49-F238E27FC236}">
                  <a16:creationId xmlns:a16="http://schemas.microsoft.com/office/drawing/2014/main" id="{124EC323-7866-4D91-B18F-0EADD838F6DB}"/>
                </a:ext>
              </a:extLst>
            </p:cNvPr>
            <p:cNvSpPr txBox="1"/>
            <p:nvPr/>
          </p:nvSpPr>
          <p:spPr>
            <a:xfrm>
              <a:off x="3164327" y="1752507"/>
              <a:ext cx="6876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dirty="0"/>
                <a:t>画像</a:t>
              </a:r>
            </a:p>
          </p:txBody>
        </p:sp>
        <p:cxnSp>
          <p:nvCxnSpPr>
            <p:cNvPr id="15" name="直線矢印コネクタ 14">
              <a:extLst>
                <a:ext uri="{FF2B5EF4-FFF2-40B4-BE49-F238E27FC236}">
                  <a16:creationId xmlns:a16="http://schemas.microsoft.com/office/drawing/2014/main" id="{59706373-7028-4913-99D3-833CF73E9D20}"/>
                </a:ext>
              </a:extLst>
            </p:cNvPr>
            <p:cNvCxnSpPr/>
            <p:nvPr/>
          </p:nvCxnSpPr>
          <p:spPr>
            <a:xfrm>
              <a:off x="5134061" y="1752506"/>
              <a:ext cx="720000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6" name="台形 15">
              <a:extLst>
                <a:ext uri="{FF2B5EF4-FFF2-40B4-BE49-F238E27FC236}">
                  <a16:creationId xmlns:a16="http://schemas.microsoft.com/office/drawing/2014/main" id="{0F0AB192-3E2F-4BD6-BF30-F48F3F20F820}"/>
                </a:ext>
              </a:extLst>
            </p:cNvPr>
            <p:cNvSpPr/>
            <p:nvPr/>
          </p:nvSpPr>
          <p:spPr>
            <a:xfrm rot="5400000">
              <a:off x="5623822" y="1458369"/>
              <a:ext cx="1468966" cy="610967"/>
            </a:xfrm>
            <a:prstGeom prst="trapezoid">
              <a:avLst/>
            </a:prstGeom>
            <a:noFill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7" name="テキスト ボックス 16">
              <a:extLst>
                <a:ext uri="{FF2B5EF4-FFF2-40B4-BE49-F238E27FC236}">
                  <a16:creationId xmlns:a16="http://schemas.microsoft.com/office/drawing/2014/main" id="{3C5C2A2D-7FDC-41EB-A8F3-581169EE83EF}"/>
                </a:ext>
              </a:extLst>
            </p:cNvPr>
            <p:cNvSpPr txBox="1"/>
            <p:nvPr/>
          </p:nvSpPr>
          <p:spPr>
            <a:xfrm>
              <a:off x="6127472" y="1145552"/>
              <a:ext cx="461665" cy="1236600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kumimoji="1" lang="ja-JP" altLang="en-US" dirty="0"/>
                <a:t>識別モデル</a:t>
              </a:r>
            </a:p>
          </p:txBody>
        </p:sp>
        <p:cxnSp>
          <p:nvCxnSpPr>
            <p:cNvPr id="18" name="直線矢印コネクタ 17">
              <a:extLst>
                <a:ext uri="{FF2B5EF4-FFF2-40B4-BE49-F238E27FC236}">
                  <a16:creationId xmlns:a16="http://schemas.microsoft.com/office/drawing/2014/main" id="{6BB68475-69E7-4FDA-9768-C94E8CCE2872}"/>
                </a:ext>
              </a:extLst>
            </p:cNvPr>
            <p:cNvCxnSpPr/>
            <p:nvPr/>
          </p:nvCxnSpPr>
          <p:spPr>
            <a:xfrm>
              <a:off x="6888758" y="1752506"/>
              <a:ext cx="720000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7B13D8AA-9DE8-40B6-A690-1D01ABF1AD59}"/>
              </a:ext>
            </a:extLst>
          </p:cNvPr>
          <p:cNvSpPr/>
          <p:nvPr/>
        </p:nvSpPr>
        <p:spPr>
          <a:xfrm>
            <a:off x="7807519" y="1020508"/>
            <a:ext cx="610968" cy="14689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D4025AD3-F43D-47CC-B871-408DE302DD89}"/>
              </a:ext>
            </a:extLst>
          </p:cNvPr>
          <p:cNvSpPr txBox="1"/>
          <p:nvPr/>
        </p:nvSpPr>
        <p:spPr>
          <a:xfrm>
            <a:off x="7882170" y="1031865"/>
            <a:ext cx="461665" cy="1468956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ja-JP" altLang="en-US" dirty="0"/>
              <a:t>分類ベクトル</a:t>
            </a:r>
            <a:endParaRPr kumimoji="1" lang="ja-JP" altLang="en-US" dirty="0"/>
          </a:p>
        </p:txBody>
      </p:sp>
      <p:grpSp>
        <p:nvGrpSpPr>
          <p:cNvPr id="5" name="グループ化 4">
            <a:extLst>
              <a:ext uri="{FF2B5EF4-FFF2-40B4-BE49-F238E27FC236}">
                <a16:creationId xmlns:a16="http://schemas.microsoft.com/office/drawing/2014/main" id="{D13C0F86-235B-F8AE-534B-EEA9E5F814E2}"/>
              </a:ext>
            </a:extLst>
          </p:cNvPr>
          <p:cNvGrpSpPr/>
          <p:nvPr/>
        </p:nvGrpSpPr>
        <p:grpSpPr>
          <a:xfrm>
            <a:off x="2620595" y="3724776"/>
            <a:ext cx="5789209" cy="1714402"/>
            <a:chOff x="2620595" y="3724776"/>
            <a:chExt cx="5789209" cy="1714402"/>
          </a:xfrm>
        </p:grpSpPr>
        <p:sp>
          <p:nvSpPr>
            <p:cNvPr id="22" name="正方形/長方形 21">
              <a:extLst>
                <a:ext uri="{FF2B5EF4-FFF2-40B4-BE49-F238E27FC236}">
                  <a16:creationId xmlns:a16="http://schemas.microsoft.com/office/drawing/2014/main" id="{C072C89A-D4F2-45CB-8D5D-D47A1F62959A}"/>
                </a:ext>
              </a:extLst>
            </p:cNvPr>
            <p:cNvSpPr/>
            <p:nvPr/>
          </p:nvSpPr>
          <p:spPr>
            <a:xfrm>
              <a:off x="2620595" y="3724776"/>
              <a:ext cx="610968" cy="171440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3" name="テキスト ボックス 22">
              <a:extLst>
                <a:ext uri="{FF2B5EF4-FFF2-40B4-BE49-F238E27FC236}">
                  <a16:creationId xmlns:a16="http://schemas.microsoft.com/office/drawing/2014/main" id="{DE067138-E235-45FE-BB05-1E37E60E90FE}"/>
                </a:ext>
              </a:extLst>
            </p:cNvPr>
            <p:cNvSpPr txBox="1"/>
            <p:nvPr/>
          </p:nvSpPr>
          <p:spPr>
            <a:xfrm>
              <a:off x="2695246" y="3724776"/>
              <a:ext cx="461665" cy="1714402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ja-JP" altLang="en-US" dirty="0"/>
                <a:t>ノイズベクトル</a:t>
              </a:r>
              <a:endParaRPr kumimoji="1" lang="ja-JP" altLang="en-US" dirty="0"/>
            </a:p>
          </p:txBody>
        </p:sp>
        <p:cxnSp>
          <p:nvCxnSpPr>
            <p:cNvPr id="25" name="直線矢印コネクタ 24">
              <a:extLst>
                <a:ext uri="{FF2B5EF4-FFF2-40B4-BE49-F238E27FC236}">
                  <a16:creationId xmlns:a16="http://schemas.microsoft.com/office/drawing/2014/main" id="{DD3B1338-8351-414A-AFFD-9CDB9B789568}"/>
                </a:ext>
              </a:extLst>
            </p:cNvPr>
            <p:cNvCxnSpPr/>
            <p:nvPr/>
          </p:nvCxnSpPr>
          <p:spPr>
            <a:xfrm>
              <a:off x="3417114" y="4581976"/>
              <a:ext cx="720000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grpSp>
          <p:nvGrpSpPr>
            <p:cNvPr id="2" name="グループ化 1">
              <a:extLst>
                <a:ext uri="{FF2B5EF4-FFF2-40B4-BE49-F238E27FC236}">
                  <a16:creationId xmlns:a16="http://schemas.microsoft.com/office/drawing/2014/main" id="{1EB4F6C3-D41B-44AC-A5E1-2043FA054E01}"/>
                </a:ext>
              </a:extLst>
            </p:cNvPr>
            <p:cNvGrpSpPr/>
            <p:nvPr/>
          </p:nvGrpSpPr>
          <p:grpSpPr>
            <a:xfrm>
              <a:off x="4393198" y="3847493"/>
              <a:ext cx="4016606" cy="1468967"/>
              <a:chOff x="4393198" y="3847493"/>
              <a:chExt cx="4016606" cy="1468967"/>
            </a:xfrm>
          </p:grpSpPr>
          <p:cxnSp>
            <p:nvCxnSpPr>
              <p:cNvPr id="24" name="直線矢印コネクタ 23">
                <a:extLst>
                  <a:ext uri="{FF2B5EF4-FFF2-40B4-BE49-F238E27FC236}">
                    <a16:creationId xmlns:a16="http://schemas.microsoft.com/office/drawing/2014/main" id="{5F2F5A33-7528-48D2-BDDD-3F2581A737D6}"/>
                  </a:ext>
                </a:extLst>
              </p:cNvPr>
              <p:cNvCxnSpPr/>
              <p:nvPr/>
            </p:nvCxnSpPr>
            <p:spPr>
              <a:xfrm>
                <a:off x="5202571" y="4581976"/>
                <a:ext cx="720000" cy="0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6" name="台形 25">
                <a:extLst>
                  <a:ext uri="{FF2B5EF4-FFF2-40B4-BE49-F238E27FC236}">
                    <a16:creationId xmlns:a16="http://schemas.microsoft.com/office/drawing/2014/main" id="{632C40B2-BF2F-4B07-9884-2CEE1A1A46A4}"/>
                  </a:ext>
                </a:extLst>
              </p:cNvPr>
              <p:cNvSpPr/>
              <p:nvPr/>
            </p:nvSpPr>
            <p:spPr>
              <a:xfrm rot="16200000">
                <a:off x="3964199" y="4276493"/>
                <a:ext cx="1468966" cy="610967"/>
              </a:xfrm>
              <a:prstGeom prst="trapezoid">
                <a:avLst/>
              </a:prstGeom>
              <a:noFill/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7" name="テキスト ボックス 26">
                <a:extLst>
                  <a:ext uri="{FF2B5EF4-FFF2-40B4-BE49-F238E27FC236}">
                    <a16:creationId xmlns:a16="http://schemas.microsoft.com/office/drawing/2014/main" id="{58A03950-E32B-4F4E-873A-67459AED8620}"/>
                  </a:ext>
                </a:extLst>
              </p:cNvPr>
              <p:cNvSpPr txBox="1"/>
              <p:nvPr/>
            </p:nvSpPr>
            <p:spPr>
              <a:xfrm>
                <a:off x="4467849" y="3963676"/>
                <a:ext cx="461665" cy="1236600"/>
              </a:xfrm>
              <a:prstGeom prst="rect">
                <a:avLst/>
              </a:prstGeom>
              <a:noFill/>
            </p:spPr>
            <p:txBody>
              <a:bodyPr vert="eaVert" wrap="square" rtlCol="0">
                <a:spAutoFit/>
              </a:bodyPr>
              <a:lstStyle/>
              <a:p>
                <a:r>
                  <a:rPr lang="ja-JP" altLang="en-US" dirty="0"/>
                  <a:t>生成</a:t>
                </a:r>
                <a:r>
                  <a:rPr kumimoji="1" lang="ja-JP" altLang="en-US" dirty="0"/>
                  <a:t>モデル</a:t>
                </a:r>
              </a:p>
            </p:txBody>
          </p:sp>
          <p:sp>
            <p:nvSpPr>
              <p:cNvPr id="28" name="直方体 27">
                <a:extLst>
                  <a:ext uri="{FF2B5EF4-FFF2-40B4-BE49-F238E27FC236}">
                    <a16:creationId xmlns:a16="http://schemas.microsoft.com/office/drawing/2014/main" id="{22740229-08A7-44DA-8243-271522329F97}"/>
                  </a:ext>
                </a:extLst>
              </p:cNvPr>
              <p:cNvSpPr/>
              <p:nvPr/>
            </p:nvSpPr>
            <p:spPr>
              <a:xfrm>
                <a:off x="6269431" y="3847493"/>
                <a:ext cx="2140373" cy="1468966"/>
              </a:xfrm>
              <a:prstGeom prst="cub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9" name="テキスト ボックス 28">
                <a:extLst>
                  <a:ext uri="{FF2B5EF4-FFF2-40B4-BE49-F238E27FC236}">
                    <a16:creationId xmlns:a16="http://schemas.microsoft.com/office/drawing/2014/main" id="{7E60AFF5-FA2E-4F2E-839D-2FCB5398EE7B}"/>
                  </a:ext>
                </a:extLst>
              </p:cNvPr>
              <p:cNvSpPr txBox="1"/>
              <p:nvPr/>
            </p:nvSpPr>
            <p:spPr>
              <a:xfrm>
                <a:off x="6589137" y="4581976"/>
                <a:ext cx="111756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ja-JP" altLang="en-US" dirty="0"/>
                  <a:t>生成画像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161906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図 20">
            <a:extLst>
              <a:ext uri="{FF2B5EF4-FFF2-40B4-BE49-F238E27FC236}">
                <a16:creationId xmlns:a16="http://schemas.microsoft.com/office/drawing/2014/main" id="{6F5444F7-5A47-44A2-B2BD-199A9913790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2184"/>
          <a:stretch/>
        </p:blipFill>
        <p:spPr>
          <a:xfrm>
            <a:off x="614188" y="2492151"/>
            <a:ext cx="1643838" cy="1635195"/>
          </a:xfrm>
          <a:prstGeom prst="rect">
            <a:avLst/>
          </a:prstGeom>
        </p:spPr>
      </p:pic>
      <p:pic>
        <p:nvPicPr>
          <p:cNvPr id="24" name="図 23">
            <a:extLst>
              <a:ext uri="{FF2B5EF4-FFF2-40B4-BE49-F238E27FC236}">
                <a16:creationId xmlns:a16="http://schemas.microsoft.com/office/drawing/2014/main" id="{97557A4F-EA1B-49C1-839E-93452F9EB47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12"/>
          <a:stretch/>
        </p:blipFill>
        <p:spPr>
          <a:xfrm>
            <a:off x="10210154" y="2483019"/>
            <a:ext cx="1643838" cy="165345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5" name="テキスト ボックス 24">
                <a:extLst>
                  <a:ext uri="{FF2B5EF4-FFF2-40B4-BE49-F238E27FC236}">
                    <a16:creationId xmlns:a16="http://schemas.microsoft.com/office/drawing/2014/main" id="{F8F065D9-DC11-4BAD-8C5A-6F2414442702}"/>
                  </a:ext>
                </a:extLst>
              </p:cNvPr>
              <p:cNvSpPr txBox="1"/>
              <p:nvPr/>
            </p:nvSpPr>
            <p:spPr>
              <a:xfrm>
                <a:off x="2444426" y="2073598"/>
                <a:ext cx="60665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ja-JP" sz="1200" b="1" i="1" smtClean="0">
                        <a:latin typeface="Cambria Math" panose="02040503050406030204" pitchFamily="18" charset="0"/>
                      </a:rPr>
                      <m:t>𝒅</m:t>
                    </m:r>
                  </m:oMath>
                </a14:m>
                <a:r>
                  <a:rPr kumimoji="1" lang="ja-JP" altLang="en-US" sz="1200" b="1" dirty="0"/>
                  <a:t>次元</a:t>
                </a:r>
              </a:p>
            </p:txBody>
          </p:sp>
        </mc:Choice>
        <mc:Fallback xmlns="">
          <p:sp>
            <p:nvSpPr>
              <p:cNvPr id="25" name="テキスト ボックス 24">
                <a:extLst>
                  <a:ext uri="{FF2B5EF4-FFF2-40B4-BE49-F238E27FC236}">
                    <a16:creationId xmlns:a16="http://schemas.microsoft.com/office/drawing/2014/main" id="{F8F065D9-DC11-4BAD-8C5A-6F24144427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4426" y="2073598"/>
                <a:ext cx="606658" cy="276999"/>
              </a:xfrm>
              <a:prstGeom prst="rect">
                <a:avLst/>
              </a:prstGeom>
              <a:blipFill>
                <a:blip r:embed="rId3"/>
                <a:stretch>
                  <a:fillRect b="-1521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491DF392-F28F-47C6-A5AF-B36EBFC15D25}"/>
              </a:ext>
            </a:extLst>
          </p:cNvPr>
          <p:cNvSpPr/>
          <p:nvPr/>
        </p:nvSpPr>
        <p:spPr>
          <a:xfrm>
            <a:off x="2444426" y="2455036"/>
            <a:ext cx="610968" cy="17144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C683A2D6-BDA0-4CB0-AF3E-9C1949E8937D}"/>
              </a:ext>
            </a:extLst>
          </p:cNvPr>
          <p:cNvSpPr txBox="1"/>
          <p:nvPr/>
        </p:nvSpPr>
        <p:spPr>
          <a:xfrm>
            <a:off x="2519077" y="2919694"/>
            <a:ext cx="461665" cy="780112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kumimoji="1" lang="ja-JP" altLang="en-US" dirty="0"/>
              <a:t>入力層</a:t>
            </a:r>
          </a:p>
        </p:txBody>
      </p:sp>
      <p:cxnSp>
        <p:nvCxnSpPr>
          <p:cNvPr id="7" name="直線矢印コネクタ 6">
            <a:extLst>
              <a:ext uri="{FF2B5EF4-FFF2-40B4-BE49-F238E27FC236}">
                <a16:creationId xmlns:a16="http://schemas.microsoft.com/office/drawing/2014/main" id="{9165F923-D0CE-4A4A-B957-6C13C0508FFE}"/>
              </a:ext>
            </a:extLst>
          </p:cNvPr>
          <p:cNvCxnSpPr/>
          <p:nvPr/>
        </p:nvCxnSpPr>
        <p:spPr>
          <a:xfrm>
            <a:off x="5026402" y="3312236"/>
            <a:ext cx="720000" cy="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" name="直線矢印コネクタ 7">
            <a:extLst>
              <a:ext uri="{FF2B5EF4-FFF2-40B4-BE49-F238E27FC236}">
                <a16:creationId xmlns:a16="http://schemas.microsoft.com/office/drawing/2014/main" id="{CE3FF059-56BD-4172-824B-023A61422287}"/>
              </a:ext>
            </a:extLst>
          </p:cNvPr>
          <p:cNvCxnSpPr/>
          <p:nvPr/>
        </p:nvCxnSpPr>
        <p:spPr>
          <a:xfrm>
            <a:off x="3240945" y="3312236"/>
            <a:ext cx="720000" cy="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台形 8">
            <a:extLst>
              <a:ext uri="{FF2B5EF4-FFF2-40B4-BE49-F238E27FC236}">
                <a16:creationId xmlns:a16="http://schemas.microsoft.com/office/drawing/2014/main" id="{0075F3D8-442C-4CCF-A28D-592974D6B23A}"/>
              </a:ext>
            </a:extLst>
          </p:cNvPr>
          <p:cNvSpPr/>
          <p:nvPr/>
        </p:nvSpPr>
        <p:spPr>
          <a:xfrm rot="5400000">
            <a:off x="3788030" y="3006753"/>
            <a:ext cx="1468966" cy="610967"/>
          </a:xfrm>
          <a:prstGeom prst="trapezoid">
            <a:avLst/>
          </a:prstGeom>
          <a:noFill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D2CD3D04-4E5B-4080-B750-70EA9E1A210A}"/>
              </a:ext>
            </a:extLst>
          </p:cNvPr>
          <p:cNvSpPr txBox="1"/>
          <p:nvPr/>
        </p:nvSpPr>
        <p:spPr>
          <a:xfrm>
            <a:off x="4291680" y="2693936"/>
            <a:ext cx="461665" cy="123660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kumimoji="1" lang="ja-JP" altLang="en-US" dirty="0"/>
              <a:t>エンコーダ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E0F71C48-F470-4BB3-A865-CFD7A5BC06A0}"/>
              </a:ext>
            </a:extLst>
          </p:cNvPr>
          <p:cNvSpPr/>
          <p:nvPr/>
        </p:nvSpPr>
        <p:spPr>
          <a:xfrm>
            <a:off x="5944807" y="2805571"/>
            <a:ext cx="610968" cy="100835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3" name="直線矢印コネクタ 12">
            <a:extLst>
              <a:ext uri="{FF2B5EF4-FFF2-40B4-BE49-F238E27FC236}">
                <a16:creationId xmlns:a16="http://schemas.microsoft.com/office/drawing/2014/main" id="{E44EFE39-CEAA-485F-88A8-414A8C17831A}"/>
              </a:ext>
            </a:extLst>
          </p:cNvPr>
          <p:cNvCxnSpPr/>
          <p:nvPr/>
        </p:nvCxnSpPr>
        <p:spPr>
          <a:xfrm>
            <a:off x="6754180" y="3309751"/>
            <a:ext cx="720000" cy="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" name="台形 13">
            <a:extLst>
              <a:ext uri="{FF2B5EF4-FFF2-40B4-BE49-F238E27FC236}">
                <a16:creationId xmlns:a16="http://schemas.microsoft.com/office/drawing/2014/main" id="{9B0CE22B-B58E-4380-AA19-C7F14D9C92BE}"/>
              </a:ext>
            </a:extLst>
          </p:cNvPr>
          <p:cNvSpPr/>
          <p:nvPr/>
        </p:nvSpPr>
        <p:spPr>
          <a:xfrm rot="16200000">
            <a:off x="7257222" y="3004267"/>
            <a:ext cx="1468966" cy="610967"/>
          </a:xfrm>
          <a:prstGeom prst="trapezoid">
            <a:avLst/>
          </a:prstGeom>
          <a:noFill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33D8E25E-FAFD-483C-B4CC-BBD97E6AEA8E}"/>
              </a:ext>
            </a:extLst>
          </p:cNvPr>
          <p:cNvSpPr txBox="1"/>
          <p:nvPr/>
        </p:nvSpPr>
        <p:spPr>
          <a:xfrm>
            <a:off x="7760872" y="2805571"/>
            <a:ext cx="461665" cy="123660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ja-JP" altLang="en-US" dirty="0"/>
              <a:t>デコーダ</a:t>
            </a:r>
            <a:endParaRPr kumimoji="1" lang="ja-JP" altLang="en-US" dirty="0"/>
          </a:p>
        </p:txBody>
      </p:sp>
      <p:cxnSp>
        <p:nvCxnSpPr>
          <p:cNvPr id="16" name="直線矢印コネクタ 15">
            <a:extLst>
              <a:ext uri="{FF2B5EF4-FFF2-40B4-BE49-F238E27FC236}">
                <a16:creationId xmlns:a16="http://schemas.microsoft.com/office/drawing/2014/main" id="{32FE79C8-5E8C-49A8-97C0-6C1AC1C7C1FF}"/>
              </a:ext>
            </a:extLst>
          </p:cNvPr>
          <p:cNvCxnSpPr/>
          <p:nvPr/>
        </p:nvCxnSpPr>
        <p:spPr>
          <a:xfrm>
            <a:off x="8508877" y="3309751"/>
            <a:ext cx="720000" cy="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DACC1090-5474-45BC-A73C-B5C79FA333C2}"/>
              </a:ext>
            </a:extLst>
          </p:cNvPr>
          <p:cNvSpPr/>
          <p:nvPr/>
        </p:nvSpPr>
        <p:spPr>
          <a:xfrm>
            <a:off x="9427637" y="2452550"/>
            <a:ext cx="610968" cy="17144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4AA7C831-2D29-4D0C-9F41-D64E0993E19C}"/>
              </a:ext>
            </a:extLst>
          </p:cNvPr>
          <p:cNvSpPr txBox="1"/>
          <p:nvPr/>
        </p:nvSpPr>
        <p:spPr>
          <a:xfrm>
            <a:off x="9502288" y="2894452"/>
            <a:ext cx="461665" cy="830596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kumimoji="1" lang="ja-JP" altLang="en-US" dirty="0"/>
              <a:t>出力層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2F8DD934-C232-4F08-A201-80FAF52C054C}"/>
              </a:ext>
            </a:extLst>
          </p:cNvPr>
          <p:cNvSpPr txBox="1"/>
          <p:nvPr/>
        </p:nvSpPr>
        <p:spPr>
          <a:xfrm>
            <a:off x="6019458" y="2805572"/>
            <a:ext cx="461665" cy="1008356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ja-JP" altLang="en-US" dirty="0"/>
              <a:t>潜在変数</a:t>
            </a:r>
            <a:endParaRPr kumimoji="1" lang="ja-JP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テキスト ボックス 25">
                <a:extLst>
                  <a:ext uri="{FF2B5EF4-FFF2-40B4-BE49-F238E27FC236}">
                    <a16:creationId xmlns:a16="http://schemas.microsoft.com/office/drawing/2014/main" id="{8F9A8705-4BC8-49BA-9D18-8D067B49D577}"/>
                  </a:ext>
                </a:extLst>
              </p:cNvPr>
              <p:cNvSpPr txBox="1"/>
              <p:nvPr/>
            </p:nvSpPr>
            <p:spPr>
              <a:xfrm>
                <a:off x="5868590" y="1971649"/>
                <a:ext cx="763400" cy="4809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kumimoji="1" lang="ja-JP" altLang="en-US" sz="1200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kumimoji="1" lang="en-US" altLang="ja-JP" sz="1200" b="1" i="1" smtClean="0">
                            <a:latin typeface="Cambria Math" panose="02040503050406030204" pitchFamily="18" charset="0"/>
                          </a:rPr>
                          <m:t>𝒅</m:t>
                        </m:r>
                      </m:e>
                    </m:acc>
                  </m:oMath>
                </a14:m>
                <a:r>
                  <a:rPr kumimoji="1" lang="ja-JP" altLang="en-US" sz="1200" b="1" dirty="0"/>
                  <a:t>次元</a:t>
                </a:r>
                <a14:m>
                  <m:oMath xmlns:m="http://schemas.openxmlformats.org/officeDocument/2006/math">
                    <m:r>
                      <a:rPr kumimoji="1" lang="en-US" altLang="ja-JP" sz="1200" b="1" i="1" dirty="0" smtClean="0"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̃"/>
                        <m:ctrlPr>
                          <a:rPr kumimoji="1" lang="en-US" altLang="ja-JP" sz="1200" b="1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kumimoji="1" lang="en-US" altLang="ja-JP" sz="1200" b="1" i="1" dirty="0" smtClean="0">
                            <a:latin typeface="Cambria Math" panose="02040503050406030204" pitchFamily="18" charset="0"/>
                          </a:rPr>
                          <m:t>𝒅</m:t>
                        </m:r>
                      </m:e>
                    </m:acc>
                    <m:r>
                      <a:rPr kumimoji="1" lang="en-US" altLang="ja-JP" sz="1200" b="1" i="1" dirty="0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kumimoji="1" lang="en-US" altLang="ja-JP" sz="1200" b="1" i="1" dirty="0" smtClean="0">
                        <a:latin typeface="Cambria Math" panose="02040503050406030204" pitchFamily="18" charset="0"/>
                      </a:rPr>
                      <m:t>𝒅</m:t>
                    </m:r>
                    <m:r>
                      <a:rPr kumimoji="1" lang="en-US" altLang="ja-JP" sz="1200" b="1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kumimoji="1" lang="ja-JP" altLang="en-US" sz="1200" b="1" dirty="0"/>
              </a:p>
            </p:txBody>
          </p:sp>
        </mc:Choice>
        <mc:Fallback xmlns="">
          <p:sp>
            <p:nvSpPr>
              <p:cNvPr id="26" name="テキスト ボックス 25">
                <a:extLst>
                  <a:ext uri="{FF2B5EF4-FFF2-40B4-BE49-F238E27FC236}">
                    <a16:creationId xmlns:a16="http://schemas.microsoft.com/office/drawing/2014/main" id="{8F9A8705-4BC8-49BA-9D18-8D067B49D5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8590" y="1971649"/>
                <a:ext cx="763400" cy="480901"/>
              </a:xfrm>
              <a:prstGeom prst="rect">
                <a:avLst/>
              </a:prstGeom>
              <a:blipFill>
                <a:blip r:embed="rId4"/>
                <a:stretch>
                  <a:fillRect t="-3797" b="-379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テキスト ボックス 21">
                <a:extLst>
                  <a:ext uri="{FF2B5EF4-FFF2-40B4-BE49-F238E27FC236}">
                    <a16:creationId xmlns:a16="http://schemas.microsoft.com/office/drawing/2014/main" id="{CF4B234D-FD5D-4944-A0E2-845560F1FEF2}"/>
                  </a:ext>
                </a:extLst>
              </p:cNvPr>
              <p:cNvSpPr txBox="1"/>
              <p:nvPr/>
            </p:nvSpPr>
            <p:spPr>
              <a:xfrm>
                <a:off x="9439935" y="2073599"/>
                <a:ext cx="60665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ja-JP" sz="1200" b="1" i="1" smtClean="0">
                        <a:latin typeface="Cambria Math" panose="02040503050406030204" pitchFamily="18" charset="0"/>
                      </a:rPr>
                      <m:t>𝒅</m:t>
                    </m:r>
                  </m:oMath>
                </a14:m>
                <a:r>
                  <a:rPr kumimoji="1" lang="ja-JP" altLang="en-US" sz="1200" b="1" dirty="0"/>
                  <a:t>次元</a:t>
                </a:r>
              </a:p>
            </p:txBody>
          </p:sp>
        </mc:Choice>
        <mc:Fallback xmlns="">
          <p:sp>
            <p:nvSpPr>
              <p:cNvPr id="22" name="テキスト ボックス 21">
                <a:extLst>
                  <a:ext uri="{FF2B5EF4-FFF2-40B4-BE49-F238E27FC236}">
                    <a16:creationId xmlns:a16="http://schemas.microsoft.com/office/drawing/2014/main" id="{CF4B234D-FD5D-4944-A0E2-845560F1FE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39935" y="2073599"/>
                <a:ext cx="606658" cy="276999"/>
              </a:xfrm>
              <a:prstGeom prst="rect">
                <a:avLst/>
              </a:prstGeom>
              <a:blipFill>
                <a:blip r:embed="rId5"/>
                <a:stretch>
                  <a:fillRect b="-1521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66796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43EF648D-38D7-430B-918B-B6758F2359B4}"/>
              </a:ext>
            </a:extLst>
          </p:cNvPr>
          <p:cNvSpPr/>
          <p:nvPr/>
        </p:nvSpPr>
        <p:spPr>
          <a:xfrm>
            <a:off x="550757" y="2317446"/>
            <a:ext cx="610968" cy="17144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DDD1490E-7527-4906-94BA-30923F675392}"/>
              </a:ext>
            </a:extLst>
          </p:cNvPr>
          <p:cNvSpPr txBox="1"/>
          <p:nvPr/>
        </p:nvSpPr>
        <p:spPr>
          <a:xfrm>
            <a:off x="625408" y="2782104"/>
            <a:ext cx="461665" cy="780112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kumimoji="1" lang="ja-JP" altLang="en-US" dirty="0"/>
              <a:t>入力層</a:t>
            </a:r>
          </a:p>
        </p:txBody>
      </p:sp>
      <p:cxnSp>
        <p:nvCxnSpPr>
          <p:cNvPr id="11" name="直線矢印コネクタ 10">
            <a:extLst>
              <a:ext uri="{FF2B5EF4-FFF2-40B4-BE49-F238E27FC236}">
                <a16:creationId xmlns:a16="http://schemas.microsoft.com/office/drawing/2014/main" id="{C62F2DD8-C8C9-4BE1-93D7-3B5588C1C090}"/>
              </a:ext>
            </a:extLst>
          </p:cNvPr>
          <p:cNvCxnSpPr/>
          <p:nvPr/>
        </p:nvCxnSpPr>
        <p:spPr>
          <a:xfrm>
            <a:off x="1347276" y="3174646"/>
            <a:ext cx="720000" cy="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" name="台形 11">
            <a:extLst>
              <a:ext uri="{FF2B5EF4-FFF2-40B4-BE49-F238E27FC236}">
                <a16:creationId xmlns:a16="http://schemas.microsoft.com/office/drawing/2014/main" id="{95B3105B-86F7-41B9-91AC-BA4E87656CCA}"/>
              </a:ext>
            </a:extLst>
          </p:cNvPr>
          <p:cNvSpPr/>
          <p:nvPr/>
        </p:nvSpPr>
        <p:spPr>
          <a:xfrm rot="5400000">
            <a:off x="1894361" y="2869163"/>
            <a:ext cx="1468966" cy="610967"/>
          </a:xfrm>
          <a:prstGeom prst="trapezoid">
            <a:avLst/>
          </a:prstGeom>
          <a:noFill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7D0007AE-1DEC-4A99-ABB8-AF14B5E868BB}"/>
              </a:ext>
            </a:extLst>
          </p:cNvPr>
          <p:cNvSpPr txBox="1"/>
          <p:nvPr/>
        </p:nvSpPr>
        <p:spPr>
          <a:xfrm>
            <a:off x="2398011" y="2556346"/>
            <a:ext cx="461665" cy="123660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kumimoji="1" lang="ja-JP" altLang="en-US" dirty="0"/>
              <a:t>エンコーダ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AFC49548-5F01-4383-A2C4-6B037A845C51}"/>
                  </a:ext>
                </a:extLst>
              </p:cNvPr>
              <p:cNvSpPr txBox="1"/>
              <p:nvPr/>
            </p:nvSpPr>
            <p:spPr>
              <a:xfrm>
                <a:off x="550756" y="1955239"/>
                <a:ext cx="61096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ja-JP" sz="1200" b="1" i="1" smtClean="0">
                        <a:latin typeface="Cambria Math" panose="02040503050406030204" pitchFamily="18" charset="0"/>
                      </a:rPr>
                      <m:t>𝒅</m:t>
                    </m:r>
                  </m:oMath>
                </a14:m>
                <a:r>
                  <a:rPr kumimoji="1" lang="ja-JP" altLang="en-US" sz="1200" b="1" dirty="0"/>
                  <a:t>次元</a:t>
                </a:r>
              </a:p>
            </p:txBody>
          </p:sp>
        </mc:Choice>
        <mc:Fallback xmlns=""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AFC49548-5F01-4383-A2C4-6B037A845C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756" y="1955239"/>
                <a:ext cx="610968" cy="276999"/>
              </a:xfrm>
              <a:prstGeom prst="rect">
                <a:avLst/>
              </a:prstGeom>
              <a:blipFill>
                <a:blip r:embed="rId2"/>
                <a:stretch>
                  <a:fillRect t="-2222" b="-1777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F41C7A36-1D12-4164-8D36-F2FE9D70F455}"/>
              </a:ext>
            </a:extLst>
          </p:cNvPr>
          <p:cNvSpPr/>
          <p:nvPr/>
        </p:nvSpPr>
        <p:spPr>
          <a:xfrm>
            <a:off x="5444490" y="2670469"/>
            <a:ext cx="610968" cy="100835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5" name="直線矢印コネクタ 14">
            <a:extLst>
              <a:ext uri="{FF2B5EF4-FFF2-40B4-BE49-F238E27FC236}">
                <a16:creationId xmlns:a16="http://schemas.microsoft.com/office/drawing/2014/main" id="{3C31AF8C-1B6B-4475-B4EF-356744E34D42}"/>
              </a:ext>
            </a:extLst>
          </p:cNvPr>
          <p:cNvCxnSpPr/>
          <p:nvPr/>
        </p:nvCxnSpPr>
        <p:spPr>
          <a:xfrm>
            <a:off x="6228204" y="3174647"/>
            <a:ext cx="720000" cy="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" name="台形 15">
            <a:extLst>
              <a:ext uri="{FF2B5EF4-FFF2-40B4-BE49-F238E27FC236}">
                <a16:creationId xmlns:a16="http://schemas.microsoft.com/office/drawing/2014/main" id="{D7381766-87B8-42B6-A096-8547B90D3931}"/>
              </a:ext>
            </a:extLst>
          </p:cNvPr>
          <p:cNvSpPr/>
          <p:nvPr/>
        </p:nvSpPr>
        <p:spPr>
          <a:xfrm rot="16200000">
            <a:off x="6691950" y="2871652"/>
            <a:ext cx="1468966" cy="610967"/>
          </a:xfrm>
          <a:prstGeom prst="trapezoid">
            <a:avLst/>
          </a:prstGeom>
          <a:noFill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167E76E0-759F-45AF-A783-E7177CCF8C5E}"/>
              </a:ext>
            </a:extLst>
          </p:cNvPr>
          <p:cNvSpPr txBox="1"/>
          <p:nvPr/>
        </p:nvSpPr>
        <p:spPr>
          <a:xfrm>
            <a:off x="7195600" y="2668016"/>
            <a:ext cx="461665" cy="123660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ja-JP" altLang="en-US" dirty="0"/>
              <a:t>デコーダ</a:t>
            </a:r>
            <a:endParaRPr kumimoji="1" lang="ja-JP" altLang="en-US" dirty="0"/>
          </a:p>
        </p:txBody>
      </p:sp>
      <p:cxnSp>
        <p:nvCxnSpPr>
          <p:cNvPr id="18" name="直線矢印コネクタ 17">
            <a:extLst>
              <a:ext uri="{FF2B5EF4-FFF2-40B4-BE49-F238E27FC236}">
                <a16:creationId xmlns:a16="http://schemas.microsoft.com/office/drawing/2014/main" id="{D7D15110-F4AF-47CA-8DF9-0772FF05AAF4}"/>
              </a:ext>
            </a:extLst>
          </p:cNvPr>
          <p:cNvCxnSpPr/>
          <p:nvPr/>
        </p:nvCxnSpPr>
        <p:spPr>
          <a:xfrm>
            <a:off x="7899011" y="3174647"/>
            <a:ext cx="720000" cy="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01851132-6A5E-4294-A7EF-B68A74E8D96F}"/>
              </a:ext>
            </a:extLst>
          </p:cNvPr>
          <p:cNvSpPr/>
          <p:nvPr/>
        </p:nvSpPr>
        <p:spPr>
          <a:xfrm>
            <a:off x="8786105" y="2317446"/>
            <a:ext cx="610968" cy="17144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6127BE55-26A5-4575-8C43-5F1437C700AE}"/>
              </a:ext>
            </a:extLst>
          </p:cNvPr>
          <p:cNvSpPr txBox="1"/>
          <p:nvPr/>
        </p:nvSpPr>
        <p:spPr>
          <a:xfrm>
            <a:off x="8860756" y="2759348"/>
            <a:ext cx="461665" cy="830596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kumimoji="1" lang="ja-JP" altLang="en-US" dirty="0"/>
              <a:t>出力層</a:t>
            </a: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55235218-BD22-4CE3-8D9E-59090B62CE8D}"/>
              </a:ext>
            </a:extLst>
          </p:cNvPr>
          <p:cNvSpPr txBox="1"/>
          <p:nvPr/>
        </p:nvSpPr>
        <p:spPr>
          <a:xfrm>
            <a:off x="5519141" y="2670470"/>
            <a:ext cx="461665" cy="1008356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ja-JP" altLang="en-US" dirty="0"/>
              <a:t>潜在変数</a:t>
            </a:r>
            <a:endParaRPr kumimoji="1" lang="ja-JP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AE10C12-8231-4CE8-A2DD-BBE1BBE28A1D}"/>
                  </a:ext>
                </a:extLst>
              </p:cNvPr>
              <p:cNvSpPr txBox="1"/>
              <p:nvPr/>
            </p:nvSpPr>
            <p:spPr>
              <a:xfrm>
                <a:off x="5442792" y="2270434"/>
                <a:ext cx="610968" cy="2866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kumimoji="1" lang="ja-JP" altLang="en-US" sz="1200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kumimoji="1" lang="en-US" altLang="ja-JP" sz="1200" b="1" i="1" smtClean="0">
                            <a:latin typeface="Cambria Math" panose="02040503050406030204" pitchFamily="18" charset="0"/>
                          </a:rPr>
                          <m:t>𝒅</m:t>
                        </m:r>
                      </m:e>
                    </m:acc>
                  </m:oMath>
                </a14:m>
                <a:r>
                  <a:rPr kumimoji="1" lang="ja-JP" altLang="en-US" sz="1200" b="1" dirty="0"/>
                  <a:t>次元</a:t>
                </a:r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AE10C12-8231-4CE8-A2DD-BBE1BBE28A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2792" y="2270434"/>
                <a:ext cx="610968" cy="286617"/>
              </a:xfrm>
              <a:prstGeom prst="rect">
                <a:avLst/>
              </a:prstGeom>
              <a:blipFill>
                <a:blip r:embed="rId3"/>
                <a:stretch>
                  <a:fillRect t="-6383" b="-1702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テキスト ボックス 38">
                <a:extLst>
                  <a:ext uri="{FF2B5EF4-FFF2-40B4-BE49-F238E27FC236}">
                    <a16:creationId xmlns:a16="http://schemas.microsoft.com/office/drawing/2014/main" id="{CA64EB4A-F951-4516-BE46-D70C99D67F27}"/>
                  </a:ext>
                </a:extLst>
              </p:cNvPr>
              <p:cNvSpPr txBox="1"/>
              <p:nvPr/>
            </p:nvSpPr>
            <p:spPr>
              <a:xfrm>
                <a:off x="8786104" y="1951425"/>
                <a:ext cx="61096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ja-JP" sz="1200" b="1" i="1" smtClean="0">
                        <a:latin typeface="Cambria Math" panose="02040503050406030204" pitchFamily="18" charset="0"/>
                      </a:rPr>
                      <m:t>𝒅</m:t>
                    </m:r>
                  </m:oMath>
                </a14:m>
                <a:r>
                  <a:rPr kumimoji="1" lang="ja-JP" altLang="en-US" sz="1200" b="1" dirty="0"/>
                  <a:t>次元</a:t>
                </a:r>
              </a:p>
            </p:txBody>
          </p:sp>
        </mc:Choice>
        <mc:Fallback xmlns="">
          <p:sp>
            <p:nvSpPr>
              <p:cNvPr id="39" name="テキスト ボックス 38">
                <a:extLst>
                  <a:ext uri="{FF2B5EF4-FFF2-40B4-BE49-F238E27FC236}">
                    <a16:creationId xmlns:a16="http://schemas.microsoft.com/office/drawing/2014/main" id="{CA64EB4A-F951-4516-BE46-D70C99D67F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86104" y="1951425"/>
                <a:ext cx="610968" cy="276999"/>
              </a:xfrm>
              <a:prstGeom prst="rect">
                <a:avLst/>
              </a:prstGeom>
              <a:blipFill>
                <a:blip r:embed="rId4"/>
                <a:stretch>
                  <a:fillRect b="-1521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" name="直線矢印コネクタ 40">
            <a:extLst>
              <a:ext uri="{FF2B5EF4-FFF2-40B4-BE49-F238E27FC236}">
                <a16:creationId xmlns:a16="http://schemas.microsoft.com/office/drawing/2014/main" id="{9C46D563-1462-4D82-BA57-AB9675307327}"/>
              </a:ext>
            </a:extLst>
          </p:cNvPr>
          <p:cNvCxnSpPr>
            <a:cxnSpLocks/>
          </p:cNvCxnSpPr>
          <p:nvPr/>
        </p:nvCxnSpPr>
        <p:spPr>
          <a:xfrm rot="2700000">
            <a:off x="3076349" y="3538387"/>
            <a:ext cx="720000" cy="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2" name="直線矢印コネクタ 41">
            <a:extLst>
              <a:ext uri="{FF2B5EF4-FFF2-40B4-BE49-F238E27FC236}">
                <a16:creationId xmlns:a16="http://schemas.microsoft.com/office/drawing/2014/main" id="{1DD7AF93-C643-4588-B8AB-3983E0D4526D}"/>
              </a:ext>
            </a:extLst>
          </p:cNvPr>
          <p:cNvCxnSpPr>
            <a:cxnSpLocks/>
          </p:cNvCxnSpPr>
          <p:nvPr/>
        </p:nvCxnSpPr>
        <p:spPr>
          <a:xfrm rot="-2700000">
            <a:off x="3075682" y="2831330"/>
            <a:ext cx="720000" cy="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3" name="正方形/長方形 42">
            <a:extLst>
              <a:ext uri="{FF2B5EF4-FFF2-40B4-BE49-F238E27FC236}">
                <a16:creationId xmlns:a16="http://schemas.microsoft.com/office/drawing/2014/main" id="{4B390A2E-ADB9-481B-9F18-55B3A3F5FA7A}"/>
              </a:ext>
            </a:extLst>
          </p:cNvPr>
          <p:cNvSpPr/>
          <p:nvPr/>
        </p:nvSpPr>
        <p:spPr>
          <a:xfrm>
            <a:off x="3873780" y="3676338"/>
            <a:ext cx="610968" cy="100835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4" name="正方形/長方形 43">
            <a:extLst>
              <a:ext uri="{FF2B5EF4-FFF2-40B4-BE49-F238E27FC236}">
                <a16:creationId xmlns:a16="http://schemas.microsoft.com/office/drawing/2014/main" id="{E1B719E4-1C09-4D23-AA0E-398D36F2494F}"/>
              </a:ext>
            </a:extLst>
          </p:cNvPr>
          <p:cNvSpPr/>
          <p:nvPr/>
        </p:nvSpPr>
        <p:spPr>
          <a:xfrm>
            <a:off x="3894070" y="1770005"/>
            <a:ext cx="610968" cy="100835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56" name="グループ化 55">
            <a:extLst>
              <a:ext uri="{FF2B5EF4-FFF2-40B4-BE49-F238E27FC236}">
                <a16:creationId xmlns:a16="http://schemas.microsoft.com/office/drawing/2014/main" id="{1FAD1DC7-DA2B-4450-8DEE-F63611A092CB}"/>
              </a:ext>
            </a:extLst>
          </p:cNvPr>
          <p:cNvGrpSpPr/>
          <p:nvPr/>
        </p:nvGrpSpPr>
        <p:grpSpPr>
          <a:xfrm>
            <a:off x="4558848" y="2471331"/>
            <a:ext cx="720000" cy="1067056"/>
            <a:chOff x="4558848" y="2471331"/>
            <a:chExt cx="720000" cy="1067056"/>
          </a:xfrm>
        </p:grpSpPr>
        <p:cxnSp>
          <p:nvCxnSpPr>
            <p:cNvPr id="46" name="直線矢印コネクタ 45">
              <a:extLst>
                <a:ext uri="{FF2B5EF4-FFF2-40B4-BE49-F238E27FC236}">
                  <a16:creationId xmlns:a16="http://schemas.microsoft.com/office/drawing/2014/main" id="{E0421616-16E1-48E7-8DFE-FEF32A730653}"/>
                </a:ext>
              </a:extLst>
            </p:cNvPr>
            <p:cNvCxnSpPr>
              <a:cxnSpLocks/>
            </p:cNvCxnSpPr>
            <p:nvPr/>
          </p:nvCxnSpPr>
          <p:spPr>
            <a:xfrm rot="2700000">
              <a:off x="4558847" y="2831331"/>
              <a:ext cx="720000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直線矢印コネクタ 46">
              <a:extLst>
                <a:ext uri="{FF2B5EF4-FFF2-40B4-BE49-F238E27FC236}">
                  <a16:creationId xmlns:a16="http://schemas.microsoft.com/office/drawing/2014/main" id="{BB90EC9A-8763-4882-83BB-108B8A7D5025}"/>
                </a:ext>
              </a:extLst>
            </p:cNvPr>
            <p:cNvCxnSpPr>
              <a:cxnSpLocks/>
            </p:cNvCxnSpPr>
            <p:nvPr/>
          </p:nvCxnSpPr>
          <p:spPr>
            <a:xfrm rot="-2700000">
              <a:off x="4558848" y="3538387"/>
              <a:ext cx="720000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50" name="テキスト ボックス 49">
            <a:extLst>
              <a:ext uri="{FF2B5EF4-FFF2-40B4-BE49-F238E27FC236}">
                <a16:creationId xmlns:a16="http://schemas.microsoft.com/office/drawing/2014/main" id="{33A75C85-92D9-432F-A97B-AA1DF5C7DAD5}"/>
              </a:ext>
            </a:extLst>
          </p:cNvPr>
          <p:cNvSpPr txBox="1"/>
          <p:nvPr/>
        </p:nvSpPr>
        <p:spPr>
          <a:xfrm>
            <a:off x="3953305" y="1988321"/>
            <a:ext cx="461665" cy="561249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kumimoji="1" lang="ja-JP" altLang="en-US" dirty="0"/>
              <a:t>平均</a:t>
            </a:r>
          </a:p>
        </p:txBody>
      </p:sp>
      <p:sp>
        <p:nvSpPr>
          <p:cNvPr id="51" name="テキスト ボックス 50">
            <a:extLst>
              <a:ext uri="{FF2B5EF4-FFF2-40B4-BE49-F238E27FC236}">
                <a16:creationId xmlns:a16="http://schemas.microsoft.com/office/drawing/2014/main" id="{6D5A1580-B8AC-4EF9-A526-CF138D6F94B0}"/>
              </a:ext>
            </a:extLst>
          </p:cNvPr>
          <p:cNvSpPr txBox="1"/>
          <p:nvPr/>
        </p:nvSpPr>
        <p:spPr>
          <a:xfrm>
            <a:off x="3953305" y="3899891"/>
            <a:ext cx="461665" cy="561249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ja-JP" altLang="en-US" dirty="0"/>
              <a:t>分散</a:t>
            </a:r>
            <a:endParaRPr kumimoji="1" lang="ja-JP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テキスト ボックス 52">
                <a:extLst>
                  <a:ext uri="{FF2B5EF4-FFF2-40B4-BE49-F238E27FC236}">
                    <a16:creationId xmlns:a16="http://schemas.microsoft.com/office/drawing/2014/main" id="{1CA0BB18-BAE0-4473-85BB-018A2B2170A1}"/>
                  </a:ext>
                </a:extLst>
              </p:cNvPr>
              <p:cNvSpPr txBox="1"/>
              <p:nvPr/>
            </p:nvSpPr>
            <p:spPr>
              <a:xfrm>
                <a:off x="3889178" y="3309474"/>
                <a:ext cx="589917" cy="2866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kumimoji="1" lang="ja-JP" altLang="en-US" sz="1200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kumimoji="1" lang="en-US" altLang="ja-JP" sz="1200" b="1" i="1" smtClean="0">
                            <a:latin typeface="Cambria Math" panose="02040503050406030204" pitchFamily="18" charset="0"/>
                          </a:rPr>
                          <m:t>𝒅</m:t>
                        </m:r>
                      </m:e>
                    </m:acc>
                  </m:oMath>
                </a14:m>
                <a:r>
                  <a:rPr kumimoji="1" lang="ja-JP" altLang="en-US" sz="1200" b="1" dirty="0"/>
                  <a:t>次元</a:t>
                </a:r>
              </a:p>
            </p:txBody>
          </p:sp>
        </mc:Choice>
        <mc:Fallback xmlns="">
          <p:sp>
            <p:nvSpPr>
              <p:cNvPr id="53" name="テキスト ボックス 52">
                <a:extLst>
                  <a:ext uri="{FF2B5EF4-FFF2-40B4-BE49-F238E27FC236}">
                    <a16:creationId xmlns:a16="http://schemas.microsoft.com/office/drawing/2014/main" id="{1CA0BB18-BAE0-4473-85BB-018A2B2170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9178" y="3309474"/>
                <a:ext cx="589917" cy="286617"/>
              </a:xfrm>
              <a:prstGeom prst="rect">
                <a:avLst/>
              </a:prstGeom>
              <a:blipFill>
                <a:blip r:embed="rId5"/>
                <a:stretch>
                  <a:fillRect t="-6383" b="-1702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テキスト ボックス 53">
                <a:extLst>
                  <a:ext uri="{FF2B5EF4-FFF2-40B4-BE49-F238E27FC236}">
                    <a16:creationId xmlns:a16="http://schemas.microsoft.com/office/drawing/2014/main" id="{F5129E94-CFBF-401A-A16A-D49C076FB9A8}"/>
                  </a:ext>
                </a:extLst>
              </p:cNvPr>
              <p:cNvSpPr txBox="1"/>
              <p:nvPr/>
            </p:nvSpPr>
            <p:spPr>
              <a:xfrm>
                <a:off x="3894070" y="1401485"/>
                <a:ext cx="610968" cy="2866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kumimoji="1" lang="ja-JP" altLang="en-US" sz="1200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kumimoji="1" lang="en-US" altLang="ja-JP" sz="1200" b="1" i="1" smtClean="0">
                            <a:latin typeface="Cambria Math" panose="02040503050406030204" pitchFamily="18" charset="0"/>
                          </a:rPr>
                          <m:t>𝒅</m:t>
                        </m:r>
                      </m:e>
                    </m:acc>
                  </m:oMath>
                </a14:m>
                <a:r>
                  <a:rPr kumimoji="1" lang="ja-JP" altLang="en-US" sz="1200" b="1" dirty="0"/>
                  <a:t>次元</a:t>
                </a:r>
              </a:p>
            </p:txBody>
          </p:sp>
        </mc:Choice>
        <mc:Fallback xmlns="">
          <p:sp>
            <p:nvSpPr>
              <p:cNvPr id="54" name="テキスト ボックス 53">
                <a:extLst>
                  <a:ext uri="{FF2B5EF4-FFF2-40B4-BE49-F238E27FC236}">
                    <a16:creationId xmlns:a16="http://schemas.microsoft.com/office/drawing/2014/main" id="{F5129E94-CFBF-401A-A16A-D49C076FB9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4070" y="1401485"/>
                <a:ext cx="610968" cy="286617"/>
              </a:xfrm>
              <a:prstGeom prst="rect">
                <a:avLst/>
              </a:prstGeom>
              <a:blipFill>
                <a:blip r:embed="rId6"/>
                <a:stretch>
                  <a:fillRect t="-6383" b="-1702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289083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直方体 12">
            <a:extLst>
              <a:ext uri="{FF2B5EF4-FFF2-40B4-BE49-F238E27FC236}">
                <a16:creationId xmlns:a16="http://schemas.microsoft.com/office/drawing/2014/main" id="{51AC7C9B-5CE7-4E51-8E49-6B251C084E3B}"/>
              </a:ext>
            </a:extLst>
          </p:cNvPr>
          <p:cNvSpPr/>
          <p:nvPr/>
        </p:nvSpPr>
        <p:spPr>
          <a:xfrm>
            <a:off x="5665422" y="1960034"/>
            <a:ext cx="2140373" cy="1468966"/>
          </a:xfrm>
          <a:prstGeom prst="cub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2A58F57B-3575-40ED-A162-2AAFDE427C11}"/>
              </a:ext>
            </a:extLst>
          </p:cNvPr>
          <p:cNvSpPr txBox="1"/>
          <p:nvPr/>
        </p:nvSpPr>
        <p:spPr>
          <a:xfrm>
            <a:off x="5985129" y="2694517"/>
            <a:ext cx="11175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本物</a:t>
            </a:r>
            <a:r>
              <a:rPr kumimoji="1" lang="ja-JP" altLang="en-US" dirty="0"/>
              <a:t>画像</a:t>
            </a:r>
          </a:p>
        </p:txBody>
      </p:sp>
      <p:cxnSp>
        <p:nvCxnSpPr>
          <p:cNvPr id="16" name="直線矢印コネクタ 15">
            <a:extLst>
              <a:ext uri="{FF2B5EF4-FFF2-40B4-BE49-F238E27FC236}">
                <a16:creationId xmlns:a16="http://schemas.microsoft.com/office/drawing/2014/main" id="{3577E964-9EAD-46AA-90B6-30CD68ADD191}"/>
              </a:ext>
            </a:extLst>
          </p:cNvPr>
          <p:cNvCxnSpPr>
            <a:cxnSpLocks/>
          </p:cNvCxnSpPr>
          <p:nvPr/>
        </p:nvCxnSpPr>
        <p:spPr>
          <a:xfrm rot="2700000">
            <a:off x="8177397" y="2809292"/>
            <a:ext cx="720000" cy="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直線矢印コネクタ 16">
            <a:extLst>
              <a:ext uri="{FF2B5EF4-FFF2-40B4-BE49-F238E27FC236}">
                <a16:creationId xmlns:a16="http://schemas.microsoft.com/office/drawing/2014/main" id="{869AF00B-5A6C-43A5-BE37-01007BD33E0D}"/>
              </a:ext>
            </a:extLst>
          </p:cNvPr>
          <p:cNvCxnSpPr>
            <a:cxnSpLocks/>
          </p:cNvCxnSpPr>
          <p:nvPr/>
        </p:nvCxnSpPr>
        <p:spPr>
          <a:xfrm rot="18900000">
            <a:off x="8163515" y="4048709"/>
            <a:ext cx="720000" cy="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8" name="台形 17">
            <a:extLst>
              <a:ext uri="{FF2B5EF4-FFF2-40B4-BE49-F238E27FC236}">
                <a16:creationId xmlns:a16="http://schemas.microsoft.com/office/drawing/2014/main" id="{85E4829E-82FF-4D3A-8486-2A731051F1D8}"/>
              </a:ext>
            </a:extLst>
          </p:cNvPr>
          <p:cNvSpPr/>
          <p:nvPr/>
        </p:nvSpPr>
        <p:spPr>
          <a:xfrm rot="5400000">
            <a:off x="8642062" y="3123517"/>
            <a:ext cx="1468966" cy="610967"/>
          </a:xfrm>
          <a:prstGeom prst="trapezoid">
            <a:avLst/>
          </a:prstGeom>
          <a:noFill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15B66CB2-E657-453F-A38D-B856E8776321}"/>
              </a:ext>
            </a:extLst>
          </p:cNvPr>
          <p:cNvSpPr txBox="1"/>
          <p:nvPr/>
        </p:nvSpPr>
        <p:spPr>
          <a:xfrm>
            <a:off x="9145712" y="3063849"/>
            <a:ext cx="461665" cy="862269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kumimoji="1" lang="ja-JP" altLang="en-US" dirty="0"/>
              <a:t>識別</a:t>
            </a:r>
            <a:r>
              <a:rPr lang="ja-JP" altLang="en-US" dirty="0"/>
              <a:t>器</a:t>
            </a:r>
            <a:endParaRPr kumimoji="1" lang="ja-JP" altLang="en-US" dirty="0"/>
          </a:p>
        </p:txBody>
      </p:sp>
      <p:grpSp>
        <p:nvGrpSpPr>
          <p:cNvPr id="23" name="グループ化 22">
            <a:extLst>
              <a:ext uri="{FF2B5EF4-FFF2-40B4-BE49-F238E27FC236}">
                <a16:creationId xmlns:a16="http://schemas.microsoft.com/office/drawing/2014/main" id="{1B391B89-49A5-40E9-B68F-A8F157C37D80}"/>
              </a:ext>
            </a:extLst>
          </p:cNvPr>
          <p:cNvGrpSpPr/>
          <p:nvPr/>
        </p:nvGrpSpPr>
        <p:grpSpPr>
          <a:xfrm>
            <a:off x="1205350" y="3649119"/>
            <a:ext cx="6600446" cy="1980786"/>
            <a:chOff x="1205350" y="3649119"/>
            <a:chExt cx="6600446" cy="1980786"/>
          </a:xfrm>
        </p:grpSpPr>
        <p:sp>
          <p:nvSpPr>
            <p:cNvPr id="5" name="直方体 4">
              <a:extLst>
                <a:ext uri="{FF2B5EF4-FFF2-40B4-BE49-F238E27FC236}">
                  <a16:creationId xmlns:a16="http://schemas.microsoft.com/office/drawing/2014/main" id="{2259C72B-A9FD-42B2-A515-84588D80C144}"/>
                </a:ext>
              </a:extLst>
            </p:cNvPr>
            <p:cNvSpPr/>
            <p:nvPr/>
          </p:nvSpPr>
          <p:spPr>
            <a:xfrm>
              <a:off x="1205350" y="4160939"/>
              <a:ext cx="1468074" cy="1468966"/>
            </a:xfrm>
            <a:prstGeom prst="cube">
              <a:avLst>
                <a:gd name="adj" fmla="val 74881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7" name="直線矢印コネクタ 6">
              <a:extLst>
                <a:ext uri="{FF2B5EF4-FFF2-40B4-BE49-F238E27FC236}">
                  <a16:creationId xmlns:a16="http://schemas.microsoft.com/office/drawing/2014/main" id="{E385E8E6-F528-46FF-9294-F5E95B7EE380}"/>
                </a:ext>
              </a:extLst>
            </p:cNvPr>
            <p:cNvCxnSpPr/>
            <p:nvPr/>
          </p:nvCxnSpPr>
          <p:spPr>
            <a:xfrm>
              <a:off x="4598563" y="4895421"/>
              <a:ext cx="720000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8" name="台形 7">
              <a:extLst>
                <a:ext uri="{FF2B5EF4-FFF2-40B4-BE49-F238E27FC236}">
                  <a16:creationId xmlns:a16="http://schemas.microsoft.com/office/drawing/2014/main" id="{CC423DC3-EDFF-45F2-A67F-05D7BF122F74}"/>
                </a:ext>
              </a:extLst>
            </p:cNvPr>
            <p:cNvSpPr/>
            <p:nvPr/>
          </p:nvSpPr>
          <p:spPr>
            <a:xfrm rot="16200000">
              <a:off x="3360191" y="4589938"/>
              <a:ext cx="1468966" cy="610967"/>
            </a:xfrm>
            <a:prstGeom prst="trapezoid">
              <a:avLst/>
            </a:prstGeom>
            <a:noFill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" name="テキスト ボックス 8">
              <a:extLst>
                <a:ext uri="{FF2B5EF4-FFF2-40B4-BE49-F238E27FC236}">
                  <a16:creationId xmlns:a16="http://schemas.microsoft.com/office/drawing/2014/main" id="{C3C018B2-039C-485A-8965-AE29F6E07484}"/>
                </a:ext>
              </a:extLst>
            </p:cNvPr>
            <p:cNvSpPr txBox="1"/>
            <p:nvPr/>
          </p:nvSpPr>
          <p:spPr>
            <a:xfrm>
              <a:off x="3863841" y="4491700"/>
              <a:ext cx="461665" cy="798218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ja-JP" altLang="en-US" dirty="0"/>
                <a:t>生成器</a:t>
              </a:r>
              <a:endParaRPr kumimoji="1" lang="ja-JP" altLang="en-US" dirty="0"/>
            </a:p>
          </p:txBody>
        </p:sp>
        <p:sp>
          <p:nvSpPr>
            <p:cNvPr id="10" name="直方体 9">
              <a:extLst>
                <a:ext uri="{FF2B5EF4-FFF2-40B4-BE49-F238E27FC236}">
                  <a16:creationId xmlns:a16="http://schemas.microsoft.com/office/drawing/2014/main" id="{0B481CB7-B853-47D2-B84A-4855D165DD34}"/>
                </a:ext>
              </a:extLst>
            </p:cNvPr>
            <p:cNvSpPr/>
            <p:nvPr/>
          </p:nvSpPr>
          <p:spPr>
            <a:xfrm>
              <a:off x="5665423" y="4160938"/>
              <a:ext cx="2140373" cy="1468966"/>
            </a:xfrm>
            <a:prstGeom prst="cub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" name="テキスト ボックス 10">
              <a:extLst>
                <a:ext uri="{FF2B5EF4-FFF2-40B4-BE49-F238E27FC236}">
                  <a16:creationId xmlns:a16="http://schemas.microsoft.com/office/drawing/2014/main" id="{94EFF2B9-EBD4-4AE7-A281-FB7F8DD851A2}"/>
                </a:ext>
              </a:extLst>
            </p:cNvPr>
            <p:cNvSpPr txBox="1"/>
            <p:nvPr/>
          </p:nvSpPr>
          <p:spPr>
            <a:xfrm>
              <a:off x="5985129" y="4895421"/>
              <a:ext cx="11175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dirty="0"/>
                <a:t>生成画像</a:t>
              </a:r>
            </a:p>
          </p:txBody>
        </p:sp>
        <p:cxnSp>
          <p:nvCxnSpPr>
            <p:cNvPr id="12" name="直線矢印コネクタ 11">
              <a:extLst>
                <a:ext uri="{FF2B5EF4-FFF2-40B4-BE49-F238E27FC236}">
                  <a16:creationId xmlns:a16="http://schemas.microsoft.com/office/drawing/2014/main" id="{4910E01E-BBC4-4E92-9C60-9D9B196DA3F2}"/>
                </a:ext>
              </a:extLst>
            </p:cNvPr>
            <p:cNvCxnSpPr/>
            <p:nvPr/>
          </p:nvCxnSpPr>
          <p:spPr>
            <a:xfrm>
              <a:off x="2871829" y="4890780"/>
              <a:ext cx="720000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20" name="テキスト ボックス 19">
              <a:extLst>
                <a:ext uri="{FF2B5EF4-FFF2-40B4-BE49-F238E27FC236}">
                  <a16:creationId xmlns:a16="http://schemas.microsoft.com/office/drawing/2014/main" id="{F1090A59-02B2-4953-9387-C6FE6629A4D4}"/>
                </a:ext>
              </a:extLst>
            </p:cNvPr>
            <p:cNvSpPr txBox="1"/>
            <p:nvPr/>
          </p:nvSpPr>
          <p:spPr>
            <a:xfrm>
              <a:off x="1652865" y="3649119"/>
              <a:ext cx="73403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sz="1200" b="1" dirty="0"/>
                <a:t>ノイズ</a:t>
              </a:r>
            </a:p>
          </p:txBody>
        </p:sp>
      </p:grpSp>
      <p:cxnSp>
        <p:nvCxnSpPr>
          <p:cNvPr id="21" name="直線矢印コネクタ 20">
            <a:extLst>
              <a:ext uri="{FF2B5EF4-FFF2-40B4-BE49-F238E27FC236}">
                <a16:creationId xmlns:a16="http://schemas.microsoft.com/office/drawing/2014/main" id="{EA266740-130C-46EF-A956-E97DA3A47938}"/>
              </a:ext>
            </a:extLst>
          </p:cNvPr>
          <p:cNvCxnSpPr/>
          <p:nvPr/>
        </p:nvCxnSpPr>
        <p:spPr>
          <a:xfrm>
            <a:off x="9910193" y="3429000"/>
            <a:ext cx="720000" cy="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53F60CD2-6F0A-41CD-934F-0E270277C5A2}"/>
              </a:ext>
            </a:extLst>
          </p:cNvPr>
          <p:cNvSpPr txBox="1"/>
          <p:nvPr/>
        </p:nvSpPr>
        <p:spPr>
          <a:xfrm>
            <a:off x="10681981" y="2967335"/>
            <a:ext cx="151001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b="1" dirty="0"/>
              <a:t>識別信号</a:t>
            </a:r>
            <a:endParaRPr kumimoji="1" lang="en-US" altLang="ja-JP" b="1" dirty="0"/>
          </a:p>
          <a:p>
            <a:r>
              <a:rPr kumimoji="1" lang="en-US" altLang="ja-JP" dirty="0"/>
              <a:t>0:</a:t>
            </a:r>
            <a:r>
              <a:rPr kumimoji="1" lang="ja-JP" altLang="en-US" dirty="0"/>
              <a:t>生成画像</a:t>
            </a:r>
            <a:endParaRPr kumimoji="1" lang="en-US" altLang="ja-JP" dirty="0"/>
          </a:p>
          <a:p>
            <a:r>
              <a:rPr lang="en-US" altLang="ja-JP" dirty="0"/>
              <a:t>1:</a:t>
            </a:r>
            <a:r>
              <a:rPr lang="ja-JP" altLang="en-US" dirty="0"/>
              <a:t>本物画像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4900285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円弧 29">
            <a:extLst>
              <a:ext uri="{FF2B5EF4-FFF2-40B4-BE49-F238E27FC236}">
                <a16:creationId xmlns:a16="http://schemas.microsoft.com/office/drawing/2014/main" id="{4E445BCD-DE6F-4FCF-83D2-2FB21AA931FD}"/>
              </a:ext>
            </a:extLst>
          </p:cNvPr>
          <p:cNvSpPr/>
          <p:nvPr/>
        </p:nvSpPr>
        <p:spPr>
          <a:xfrm rot="8100000">
            <a:off x="4541910" y="-2174116"/>
            <a:ext cx="5219915" cy="5220000"/>
          </a:xfrm>
          <a:prstGeom prst="arc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D629B75B-9AE6-4BD3-86C6-4880213CF1E0}"/>
              </a:ext>
            </a:extLst>
          </p:cNvPr>
          <p:cNvGrpSpPr/>
          <p:nvPr/>
        </p:nvGrpSpPr>
        <p:grpSpPr>
          <a:xfrm>
            <a:off x="1383649" y="698662"/>
            <a:ext cx="9628491" cy="2892914"/>
            <a:chOff x="1320429" y="908967"/>
            <a:chExt cx="9628491" cy="2892914"/>
          </a:xfrm>
        </p:grpSpPr>
        <p:sp>
          <p:nvSpPr>
            <p:cNvPr id="5" name="直方体 4">
              <a:extLst>
                <a:ext uri="{FF2B5EF4-FFF2-40B4-BE49-F238E27FC236}">
                  <a16:creationId xmlns:a16="http://schemas.microsoft.com/office/drawing/2014/main" id="{D93EE09F-1A44-4711-8C98-2F529AC5314A}"/>
                </a:ext>
              </a:extLst>
            </p:cNvPr>
            <p:cNvSpPr/>
            <p:nvPr/>
          </p:nvSpPr>
          <p:spPr>
            <a:xfrm>
              <a:off x="1320429" y="908967"/>
              <a:ext cx="2140373" cy="1468966"/>
            </a:xfrm>
            <a:prstGeom prst="cub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" name="テキスト ボックス 5">
              <a:extLst>
                <a:ext uri="{FF2B5EF4-FFF2-40B4-BE49-F238E27FC236}">
                  <a16:creationId xmlns:a16="http://schemas.microsoft.com/office/drawing/2014/main" id="{7BC7409B-6A5E-49BA-9F20-1F1CFD9E3867}"/>
                </a:ext>
              </a:extLst>
            </p:cNvPr>
            <p:cNvSpPr txBox="1"/>
            <p:nvPr/>
          </p:nvSpPr>
          <p:spPr>
            <a:xfrm>
              <a:off x="1635853" y="1643450"/>
              <a:ext cx="112412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dirty="0"/>
                <a:t>本物画像</a:t>
              </a:r>
            </a:p>
          </p:txBody>
        </p:sp>
        <p:cxnSp>
          <p:nvCxnSpPr>
            <p:cNvPr id="7" name="直線矢印コネクタ 6">
              <a:extLst>
                <a:ext uri="{FF2B5EF4-FFF2-40B4-BE49-F238E27FC236}">
                  <a16:creationId xmlns:a16="http://schemas.microsoft.com/office/drawing/2014/main" id="{BFE891D6-64A0-48B1-B279-18B935441CB9}"/>
                </a:ext>
              </a:extLst>
            </p:cNvPr>
            <p:cNvCxnSpPr/>
            <p:nvPr/>
          </p:nvCxnSpPr>
          <p:spPr>
            <a:xfrm>
              <a:off x="3816990" y="1643449"/>
              <a:ext cx="720000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8" name="台形 7">
              <a:extLst>
                <a:ext uri="{FF2B5EF4-FFF2-40B4-BE49-F238E27FC236}">
                  <a16:creationId xmlns:a16="http://schemas.microsoft.com/office/drawing/2014/main" id="{62482243-5F1C-405A-83B2-C33841F2DC99}"/>
                </a:ext>
              </a:extLst>
            </p:cNvPr>
            <p:cNvSpPr/>
            <p:nvPr/>
          </p:nvSpPr>
          <p:spPr>
            <a:xfrm rot="5400000">
              <a:off x="4306751" y="1349312"/>
              <a:ext cx="1468966" cy="610967"/>
            </a:xfrm>
            <a:prstGeom prst="trapezoid">
              <a:avLst/>
            </a:prstGeom>
            <a:noFill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" name="テキスト ボックス 8">
              <a:extLst>
                <a:ext uri="{FF2B5EF4-FFF2-40B4-BE49-F238E27FC236}">
                  <a16:creationId xmlns:a16="http://schemas.microsoft.com/office/drawing/2014/main" id="{52FD4624-6271-4B30-9DBE-515B4A8E4F23}"/>
                </a:ext>
              </a:extLst>
            </p:cNvPr>
            <p:cNvSpPr txBox="1"/>
            <p:nvPr/>
          </p:nvSpPr>
          <p:spPr>
            <a:xfrm>
              <a:off x="4810401" y="1262837"/>
              <a:ext cx="461665" cy="783916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kumimoji="1" lang="ja-JP" altLang="en-US" dirty="0"/>
                <a:t>識別</a:t>
              </a:r>
              <a:r>
                <a:rPr lang="ja-JP" altLang="en-US" dirty="0"/>
                <a:t>器</a:t>
              </a:r>
              <a:endParaRPr kumimoji="1" lang="ja-JP" altLang="en-US" dirty="0"/>
            </a:p>
          </p:txBody>
        </p:sp>
        <p:cxnSp>
          <p:nvCxnSpPr>
            <p:cNvPr id="10" name="直線矢印コネクタ 9">
              <a:extLst>
                <a:ext uri="{FF2B5EF4-FFF2-40B4-BE49-F238E27FC236}">
                  <a16:creationId xmlns:a16="http://schemas.microsoft.com/office/drawing/2014/main" id="{5B6C51DC-4E94-4B4E-8261-296F6E5ADCC4}"/>
                </a:ext>
              </a:extLst>
            </p:cNvPr>
            <p:cNvCxnSpPr/>
            <p:nvPr/>
          </p:nvCxnSpPr>
          <p:spPr>
            <a:xfrm>
              <a:off x="5571687" y="1643449"/>
              <a:ext cx="720000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1" name="楕円 10">
              <a:extLst>
                <a:ext uri="{FF2B5EF4-FFF2-40B4-BE49-F238E27FC236}">
                  <a16:creationId xmlns:a16="http://schemas.microsoft.com/office/drawing/2014/main" id="{E44F56D8-CDB1-4457-A17F-1F2640959C1C}"/>
                </a:ext>
              </a:extLst>
            </p:cNvPr>
            <p:cNvSpPr/>
            <p:nvPr/>
          </p:nvSpPr>
          <p:spPr>
            <a:xfrm>
              <a:off x="6645534" y="1048624"/>
              <a:ext cx="1543574" cy="1189649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2CBBD9B0-A9C8-4101-A9E8-3D6C9700E668}"/>
                </a:ext>
              </a:extLst>
            </p:cNvPr>
            <p:cNvSpPr txBox="1"/>
            <p:nvPr/>
          </p:nvSpPr>
          <p:spPr>
            <a:xfrm>
              <a:off x="6863647" y="1320282"/>
              <a:ext cx="110734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dirty="0"/>
                <a:t>識別信号</a:t>
              </a:r>
              <a:endParaRPr kumimoji="1" lang="en-US" altLang="ja-JP" dirty="0"/>
            </a:p>
            <a:p>
              <a:pPr algn="ctr"/>
              <a:r>
                <a:rPr lang="en-US" altLang="ja-JP" dirty="0"/>
                <a:t>0~1</a:t>
              </a:r>
              <a:endParaRPr kumimoji="1" lang="ja-JP" altLang="en-US" dirty="0"/>
            </a:p>
          </p:txBody>
        </p:sp>
        <p:cxnSp>
          <p:nvCxnSpPr>
            <p:cNvPr id="14" name="直線矢印コネクタ 13">
              <a:extLst>
                <a:ext uri="{FF2B5EF4-FFF2-40B4-BE49-F238E27FC236}">
                  <a16:creationId xmlns:a16="http://schemas.microsoft.com/office/drawing/2014/main" id="{9072E724-5C57-4877-A0CE-D29D2EF23BB2}"/>
                </a:ext>
              </a:extLst>
            </p:cNvPr>
            <p:cNvCxnSpPr/>
            <p:nvPr/>
          </p:nvCxnSpPr>
          <p:spPr>
            <a:xfrm>
              <a:off x="8523214" y="1643447"/>
              <a:ext cx="900000" cy="0"/>
            </a:xfrm>
            <a:prstGeom prst="straightConnector1">
              <a:avLst/>
            </a:prstGeom>
            <a:ln w="38100">
              <a:headEnd type="triangle"/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5" name="楕円 14">
              <a:extLst>
                <a:ext uri="{FF2B5EF4-FFF2-40B4-BE49-F238E27FC236}">
                  <a16:creationId xmlns:a16="http://schemas.microsoft.com/office/drawing/2014/main" id="{9EF2C224-D011-41CF-8379-5B35DB7BC2AE}"/>
                </a:ext>
              </a:extLst>
            </p:cNvPr>
            <p:cNvSpPr/>
            <p:nvPr/>
          </p:nvSpPr>
          <p:spPr>
            <a:xfrm>
              <a:off x="9757320" y="1048622"/>
              <a:ext cx="1191600" cy="1189649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6" name="テキスト ボックス 15">
              <a:extLst>
                <a:ext uri="{FF2B5EF4-FFF2-40B4-BE49-F238E27FC236}">
                  <a16:creationId xmlns:a16="http://schemas.microsoft.com/office/drawing/2014/main" id="{91710B54-31F6-4D8E-9CBF-7A71B8824933}"/>
                </a:ext>
              </a:extLst>
            </p:cNvPr>
            <p:cNvSpPr txBox="1"/>
            <p:nvPr/>
          </p:nvSpPr>
          <p:spPr>
            <a:xfrm>
              <a:off x="10189534" y="1470129"/>
              <a:ext cx="3271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dirty="0"/>
                <a:t>1</a:t>
              </a:r>
              <a:endParaRPr kumimoji="1" lang="ja-JP" altLang="en-US" dirty="0"/>
            </a:p>
          </p:txBody>
        </p:sp>
        <p:sp>
          <p:nvSpPr>
            <p:cNvPr id="17" name="テキスト ボックス 16">
              <a:extLst>
                <a:ext uri="{FF2B5EF4-FFF2-40B4-BE49-F238E27FC236}">
                  <a16:creationId xmlns:a16="http://schemas.microsoft.com/office/drawing/2014/main" id="{F0FD607D-D0F2-46F2-9613-ADF80E410855}"/>
                </a:ext>
              </a:extLst>
            </p:cNvPr>
            <p:cNvSpPr txBox="1"/>
            <p:nvPr/>
          </p:nvSpPr>
          <p:spPr>
            <a:xfrm>
              <a:off x="8650238" y="2053605"/>
              <a:ext cx="64595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dirty="0"/>
                <a:t>誤差</a:t>
              </a:r>
            </a:p>
          </p:txBody>
        </p:sp>
        <p:sp>
          <p:nvSpPr>
            <p:cNvPr id="31" name="テキスト ボックス 30">
              <a:extLst>
                <a:ext uri="{FF2B5EF4-FFF2-40B4-BE49-F238E27FC236}">
                  <a16:creationId xmlns:a16="http://schemas.microsoft.com/office/drawing/2014/main" id="{455FAE37-57A5-4C68-9A7C-502B2C78C1E2}"/>
                </a:ext>
              </a:extLst>
            </p:cNvPr>
            <p:cNvSpPr txBox="1"/>
            <p:nvPr/>
          </p:nvSpPr>
          <p:spPr>
            <a:xfrm>
              <a:off x="6712497" y="3432549"/>
              <a:ext cx="89236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dirty="0"/>
                <a:t>最適化</a:t>
              </a:r>
            </a:p>
          </p:txBody>
        </p:sp>
      </p:grpSp>
      <p:sp>
        <p:nvSpPr>
          <p:cNvPr id="34" name="直方体 33">
            <a:extLst>
              <a:ext uri="{FF2B5EF4-FFF2-40B4-BE49-F238E27FC236}">
                <a16:creationId xmlns:a16="http://schemas.microsoft.com/office/drawing/2014/main" id="{B15F22CC-3324-45F8-B864-597BDA5E0233}"/>
              </a:ext>
            </a:extLst>
          </p:cNvPr>
          <p:cNvSpPr/>
          <p:nvPr/>
        </p:nvSpPr>
        <p:spPr>
          <a:xfrm>
            <a:off x="1383649" y="3706673"/>
            <a:ext cx="2140373" cy="1468966"/>
          </a:xfrm>
          <a:prstGeom prst="cub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A263312B-F49F-4D1A-93CD-84FD3124F9DB}"/>
              </a:ext>
            </a:extLst>
          </p:cNvPr>
          <p:cNvSpPr txBox="1"/>
          <p:nvPr/>
        </p:nvSpPr>
        <p:spPr>
          <a:xfrm>
            <a:off x="1699073" y="4441156"/>
            <a:ext cx="1124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生成</a:t>
            </a:r>
            <a:r>
              <a:rPr kumimoji="1" lang="ja-JP" altLang="en-US" dirty="0"/>
              <a:t>画像</a:t>
            </a:r>
          </a:p>
        </p:txBody>
      </p:sp>
      <p:cxnSp>
        <p:nvCxnSpPr>
          <p:cNvPr id="36" name="直線矢印コネクタ 35">
            <a:extLst>
              <a:ext uri="{FF2B5EF4-FFF2-40B4-BE49-F238E27FC236}">
                <a16:creationId xmlns:a16="http://schemas.microsoft.com/office/drawing/2014/main" id="{7285A1D3-F8BE-42E6-8DD5-7F3D632BB39B}"/>
              </a:ext>
            </a:extLst>
          </p:cNvPr>
          <p:cNvCxnSpPr/>
          <p:nvPr/>
        </p:nvCxnSpPr>
        <p:spPr>
          <a:xfrm>
            <a:off x="3880210" y="4441155"/>
            <a:ext cx="720000" cy="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51" name="グループ化 50">
            <a:extLst>
              <a:ext uri="{FF2B5EF4-FFF2-40B4-BE49-F238E27FC236}">
                <a16:creationId xmlns:a16="http://schemas.microsoft.com/office/drawing/2014/main" id="{EBFEC817-11B0-4596-A9EA-9844AAB17648}"/>
              </a:ext>
            </a:extLst>
          </p:cNvPr>
          <p:cNvGrpSpPr/>
          <p:nvPr/>
        </p:nvGrpSpPr>
        <p:grpSpPr>
          <a:xfrm>
            <a:off x="4798970" y="3718019"/>
            <a:ext cx="6213170" cy="1502624"/>
            <a:chOff x="4798970" y="3718019"/>
            <a:chExt cx="6213170" cy="1502624"/>
          </a:xfrm>
        </p:grpSpPr>
        <p:sp>
          <p:nvSpPr>
            <p:cNvPr id="37" name="台形 36">
              <a:extLst>
                <a:ext uri="{FF2B5EF4-FFF2-40B4-BE49-F238E27FC236}">
                  <a16:creationId xmlns:a16="http://schemas.microsoft.com/office/drawing/2014/main" id="{0F1BCB0C-B8A4-44F5-8E46-37C5ECC22080}"/>
                </a:ext>
              </a:extLst>
            </p:cNvPr>
            <p:cNvSpPr/>
            <p:nvPr/>
          </p:nvSpPr>
          <p:spPr>
            <a:xfrm rot="5400000">
              <a:off x="4369971" y="4147018"/>
              <a:ext cx="1468966" cy="610967"/>
            </a:xfrm>
            <a:prstGeom prst="trapezoid">
              <a:avLst/>
            </a:prstGeom>
            <a:noFill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8" name="テキスト ボックス 37">
              <a:extLst>
                <a:ext uri="{FF2B5EF4-FFF2-40B4-BE49-F238E27FC236}">
                  <a16:creationId xmlns:a16="http://schemas.microsoft.com/office/drawing/2014/main" id="{BFD248DD-8BEB-4E0A-9137-44191DF70581}"/>
                </a:ext>
              </a:extLst>
            </p:cNvPr>
            <p:cNvSpPr txBox="1"/>
            <p:nvPr/>
          </p:nvSpPr>
          <p:spPr>
            <a:xfrm>
              <a:off x="4873621" y="4060543"/>
              <a:ext cx="461665" cy="783916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kumimoji="1" lang="ja-JP" altLang="en-US" dirty="0"/>
                <a:t>識別</a:t>
              </a:r>
              <a:r>
                <a:rPr lang="ja-JP" altLang="en-US" dirty="0"/>
                <a:t>器</a:t>
              </a:r>
              <a:endParaRPr kumimoji="1" lang="ja-JP" altLang="en-US" dirty="0"/>
            </a:p>
          </p:txBody>
        </p:sp>
        <p:cxnSp>
          <p:nvCxnSpPr>
            <p:cNvPr id="39" name="直線矢印コネクタ 38">
              <a:extLst>
                <a:ext uri="{FF2B5EF4-FFF2-40B4-BE49-F238E27FC236}">
                  <a16:creationId xmlns:a16="http://schemas.microsoft.com/office/drawing/2014/main" id="{5A47470B-0BCD-41BD-BFB2-12C10DD5896D}"/>
                </a:ext>
              </a:extLst>
            </p:cNvPr>
            <p:cNvCxnSpPr/>
            <p:nvPr/>
          </p:nvCxnSpPr>
          <p:spPr>
            <a:xfrm>
              <a:off x="5634907" y="4441155"/>
              <a:ext cx="720000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40" name="楕円 39">
              <a:extLst>
                <a:ext uri="{FF2B5EF4-FFF2-40B4-BE49-F238E27FC236}">
                  <a16:creationId xmlns:a16="http://schemas.microsoft.com/office/drawing/2014/main" id="{4B064184-7E52-4333-A532-9AC90071A2E3}"/>
                </a:ext>
              </a:extLst>
            </p:cNvPr>
            <p:cNvSpPr/>
            <p:nvPr/>
          </p:nvSpPr>
          <p:spPr>
            <a:xfrm>
              <a:off x="6708754" y="3846330"/>
              <a:ext cx="1543574" cy="1189649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1" name="テキスト ボックス 40">
              <a:extLst>
                <a:ext uri="{FF2B5EF4-FFF2-40B4-BE49-F238E27FC236}">
                  <a16:creationId xmlns:a16="http://schemas.microsoft.com/office/drawing/2014/main" id="{085D5D37-38BF-4845-895E-C0A0110C5757}"/>
                </a:ext>
              </a:extLst>
            </p:cNvPr>
            <p:cNvSpPr txBox="1"/>
            <p:nvPr/>
          </p:nvSpPr>
          <p:spPr>
            <a:xfrm>
              <a:off x="6926867" y="4117988"/>
              <a:ext cx="110734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dirty="0"/>
                <a:t>識別信号</a:t>
              </a:r>
              <a:endParaRPr kumimoji="1" lang="en-US" altLang="ja-JP" dirty="0"/>
            </a:p>
            <a:p>
              <a:pPr algn="ctr"/>
              <a:r>
                <a:rPr lang="en-US" altLang="ja-JP" dirty="0"/>
                <a:t>0~1</a:t>
              </a:r>
              <a:endParaRPr kumimoji="1" lang="ja-JP" altLang="en-US" dirty="0"/>
            </a:p>
          </p:txBody>
        </p:sp>
        <p:cxnSp>
          <p:nvCxnSpPr>
            <p:cNvPr id="42" name="直線矢印コネクタ 41">
              <a:extLst>
                <a:ext uri="{FF2B5EF4-FFF2-40B4-BE49-F238E27FC236}">
                  <a16:creationId xmlns:a16="http://schemas.microsoft.com/office/drawing/2014/main" id="{4FD6FF00-EF59-407B-AEB3-1593B47FD0D5}"/>
                </a:ext>
              </a:extLst>
            </p:cNvPr>
            <p:cNvCxnSpPr/>
            <p:nvPr/>
          </p:nvCxnSpPr>
          <p:spPr>
            <a:xfrm>
              <a:off x="8586434" y="4441153"/>
              <a:ext cx="900000" cy="0"/>
            </a:xfrm>
            <a:prstGeom prst="straightConnector1">
              <a:avLst/>
            </a:prstGeom>
            <a:ln w="38100">
              <a:headEnd type="triangle"/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43" name="楕円 42">
              <a:extLst>
                <a:ext uri="{FF2B5EF4-FFF2-40B4-BE49-F238E27FC236}">
                  <a16:creationId xmlns:a16="http://schemas.microsoft.com/office/drawing/2014/main" id="{CE49D67C-96AF-44DC-9283-A5FAFB58EF50}"/>
                </a:ext>
              </a:extLst>
            </p:cNvPr>
            <p:cNvSpPr/>
            <p:nvPr/>
          </p:nvSpPr>
          <p:spPr>
            <a:xfrm>
              <a:off x="9820540" y="3846328"/>
              <a:ext cx="1191600" cy="1189649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4" name="テキスト ボックス 43">
              <a:extLst>
                <a:ext uri="{FF2B5EF4-FFF2-40B4-BE49-F238E27FC236}">
                  <a16:creationId xmlns:a16="http://schemas.microsoft.com/office/drawing/2014/main" id="{C7EE5BF5-E860-454F-B9CB-B572ADEED3E0}"/>
                </a:ext>
              </a:extLst>
            </p:cNvPr>
            <p:cNvSpPr txBox="1"/>
            <p:nvPr/>
          </p:nvSpPr>
          <p:spPr>
            <a:xfrm>
              <a:off x="10252754" y="4267835"/>
              <a:ext cx="3271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dirty="0"/>
                <a:t>0</a:t>
              </a:r>
              <a:endParaRPr kumimoji="1" lang="ja-JP" altLang="en-US" dirty="0"/>
            </a:p>
          </p:txBody>
        </p:sp>
        <p:sp>
          <p:nvSpPr>
            <p:cNvPr id="45" name="テキスト ボックス 44">
              <a:extLst>
                <a:ext uri="{FF2B5EF4-FFF2-40B4-BE49-F238E27FC236}">
                  <a16:creationId xmlns:a16="http://schemas.microsoft.com/office/drawing/2014/main" id="{98040B54-CE03-4426-A201-F3B1ED3D2E7B}"/>
                </a:ext>
              </a:extLst>
            </p:cNvPr>
            <p:cNvSpPr txBox="1"/>
            <p:nvPr/>
          </p:nvSpPr>
          <p:spPr>
            <a:xfrm>
              <a:off x="8713458" y="4851311"/>
              <a:ext cx="64595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dirty="0"/>
                <a:t>誤差</a:t>
              </a:r>
            </a:p>
          </p:txBody>
        </p:sp>
      </p:grpSp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8102627E-F4BC-4591-BCA2-6CE6DB6A3C00}"/>
              </a:ext>
            </a:extLst>
          </p:cNvPr>
          <p:cNvSpPr txBox="1"/>
          <p:nvPr/>
        </p:nvSpPr>
        <p:spPr>
          <a:xfrm>
            <a:off x="6708754" y="6215359"/>
            <a:ext cx="8923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最適化</a:t>
            </a:r>
          </a:p>
        </p:txBody>
      </p:sp>
      <p:sp>
        <p:nvSpPr>
          <p:cNvPr id="48" name="円弧 47">
            <a:extLst>
              <a:ext uri="{FF2B5EF4-FFF2-40B4-BE49-F238E27FC236}">
                <a16:creationId xmlns:a16="http://schemas.microsoft.com/office/drawing/2014/main" id="{818C7858-99BA-48CC-8987-99430A580D34}"/>
              </a:ext>
            </a:extLst>
          </p:cNvPr>
          <p:cNvSpPr/>
          <p:nvPr/>
        </p:nvSpPr>
        <p:spPr>
          <a:xfrm rot="8100000">
            <a:off x="4541910" y="818999"/>
            <a:ext cx="5219915" cy="5220000"/>
          </a:xfrm>
          <a:prstGeom prst="arc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0" name="テキスト ボックス 49">
            <a:extLst>
              <a:ext uri="{FF2B5EF4-FFF2-40B4-BE49-F238E27FC236}">
                <a16:creationId xmlns:a16="http://schemas.microsoft.com/office/drawing/2014/main" id="{D05BC3FE-5F69-4FFE-89D4-CF5BF36AAD7D}"/>
              </a:ext>
            </a:extLst>
          </p:cNvPr>
          <p:cNvSpPr txBox="1"/>
          <p:nvPr/>
        </p:nvSpPr>
        <p:spPr>
          <a:xfrm>
            <a:off x="9718843" y="398544"/>
            <a:ext cx="13949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正解ラベル</a:t>
            </a:r>
          </a:p>
        </p:txBody>
      </p:sp>
    </p:spTree>
    <p:extLst>
      <p:ext uri="{BB962C8B-B14F-4D97-AF65-F5344CB8AC3E}">
        <p14:creationId xmlns:p14="http://schemas.microsoft.com/office/powerpoint/2010/main" val="27665400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直方体 4">
            <a:extLst>
              <a:ext uri="{FF2B5EF4-FFF2-40B4-BE49-F238E27FC236}">
                <a16:creationId xmlns:a16="http://schemas.microsoft.com/office/drawing/2014/main" id="{6C891303-1680-4E77-B388-9CD97FA7D36B}"/>
              </a:ext>
            </a:extLst>
          </p:cNvPr>
          <p:cNvSpPr/>
          <p:nvPr/>
        </p:nvSpPr>
        <p:spPr>
          <a:xfrm>
            <a:off x="121985" y="2854994"/>
            <a:ext cx="1188734" cy="1195066"/>
          </a:xfrm>
          <a:prstGeom prst="cube">
            <a:avLst>
              <a:gd name="adj" fmla="val 74881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6" name="直線矢印コネクタ 5">
            <a:extLst>
              <a:ext uri="{FF2B5EF4-FFF2-40B4-BE49-F238E27FC236}">
                <a16:creationId xmlns:a16="http://schemas.microsoft.com/office/drawing/2014/main" id="{1EAC882B-8DD5-4B9D-A85D-EEE63DBA88F7}"/>
              </a:ext>
            </a:extLst>
          </p:cNvPr>
          <p:cNvCxnSpPr/>
          <p:nvPr/>
        </p:nvCxnSpPr>
        <p:spPr>
          <a:xfrm>
            <a:off x="2869550" y="3452526"/>
            <a:ext cx="583001" cy="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" name="台形 6">
            <a:extLst>
              <a:ext uri="{FF2B5EF4-FFF2-40B4-BE49-F238E27FC236}">
                <a16:creationId xmlns:a16="http://schemas.microsoft.com/office/drawing/2014/main" id="{51E61242-E0A8-4277-8B1F-78B517BB54B3}"/>
              </a:ext>
            </a:extLst>
          </p:cNvPr>
          <p:cNvSpPr/>
          <p:nvPr/>
        </p:nvSpPr>
        <p:spPr>
          <a:xfrm rot="16200000">
            <a:off x="1864006" y="3205169"/>
            <a:ext cx="1195066" cy="494714"/>
          </a:xfrm>
          <a:prstGeom prst="trapezoid">
            <a:avLst/>
          </a:prstGeom>
          <a:noFill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BB225C1A-E98D-4E1B-BA7F-F3183827CA8E}"/>
              </a:ext>
            </a:extLst>
          </p:cNvPr>
          <p:cNvSpPr txBox="1"/>
          <p:nvPr/>
        </p:nvSpPr>
        <p:spPr>
          <a:xfrm>
            <a:off x="2248339" y="3124082"/>
            <a:ext cx="400110" cy="649384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ja-JP" altLang="en-US" sz="1400" dirty="0"/>
              <a:t>生成器</a:t>
            </a:r>
            <a:endParaRPr kumimoji="1" lang="ja-JP" altLang="en-US" sz="1400" dirty="0"/>
          </a:p>
        </p:txBody>
      </p:sp>
      <p:sp>
        <p:nvSpPr>
          <p:cNvPr id="9" name="直方体 8">
            <a:extLst>
              <a:ext uri="{FF2B5EF4-FFF2-40B4-BE49-F238E27FC236}">
                <a16:creationId xmlns:a16="http://schemas.microsoft.com/office/drawing/2014/main" id="{B662590D-5A1B-478F-90BD-FD814ED37F59}"/>
              </a:ext>
            </a:extLst>
          </p:cNvPr>
          <p:cNvSpPr/>
          <p:nvPr/>
        </p:nvSpPr>
        <p:spPr>
          <a:xfrm>
            <a:off x="3733411" y="2854993"/>
            <a:ext cx="1733111" cy="1195066"/>
          </a:xfrm>
          <a:prstGeom prst="cub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1F08AB02-84B0-481D-B841-C0CF21BFD621}"/>
              </a:ext>
            </a:extLst>
          </p:cNvPr>
          <p:cNvSpPr txBox="1"/>
          <p:nvPr/>
        </p:nvSpPr>
        <p:spPr>
          <a:xfrm>
            <a:off x="3983629" y="3448751"/>
            <a:ext cx="1028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dirty="0"/>
              <a:t>生成画像</a:t>
            </a:r>
          </a:p>
        </p:txBody>
      </p:sp>
      <p:cxnSp>
        <p:nvCxnSpPr>
          <p:cNvPr id="11" name="直線矢印コネクタ 10">
            <a:extLst>
              <a:ext uri="{FF2B5EF4-FFF2-40B4-BE49-F238E27FC236}">
                <a16:creationId xmlns:a16="http://schemas.microsoft.com/office/drawing/2014/main" id="{7C56C6FB-6CE1-48C0-854D-B7EAE507BD22}"/>
              </a:ext>
            </a:extLst>
          </p:cNvPr>
          <p:cNvCxnSpPr/>
          <p:nvPr/>
        </p:nvCxnSpPr>
        <p:spPr>
          <a:xfrm>
            <a:off x="1471372" y="3448751"/>
            <a:ext cx="583001" cy="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CF772892-8420-4C82-9592-65F66689C104}"/>
              </a:ext>
            </a:extLst>
          </p:cNvPr>
          <p:cNvSpPr txBox="1"/>
          <p:nvPr/>
        </p:nvSpPr>
        <p:spPr>
          <a:xfrm>
            <a:off x="484348" y="2438607"/>
            <a:ext cx="6984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b="1" dirty="0"/>
              <a:t>ノイズ</a:t>
            </a:r>
          </a:p>
        </p:txBody>
      </p:sp>
      <p:sp>
        <p:nvSpPr>
          <p:cNvPr id="14" name="台形 13">
            <a:extLst>
              <a:ext uri="{FF2B5EF4-FFF2-40B4-BE49-F238E27FC236}">
                <a16:creationId xmlns:a16="http://schemas.microsoft.com/office/drawing/2014/main" id="{FB5AD0AC-283A-49F2-8AA8-34F2D1938D80}"/>
              </a:ext>
            </a:extLst>
          </p:cNvPr>
          <p:cNvSpPr/>
          <p:nvPr/>
        </p:nvSpPr>
        <p:spPr>
          <a:xfrm rot="5400000">
            <a:off x="6231176" y="3174076"/>
            <a:ext cx="1168297" cy="530129"/>
          </a:xfrm>
          <a:prstGeom prst="trapezoid">
            <a:avLst/>
          </a:prstGeom>
          <a:noFill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706E41B3-1387-444A-B90E-9DBDE0B8583B}"/>
              </a:ext>
            </a:extLst>
          </p:cNvPr>
          <p:cNvSpPr txBox="1"/>
          <p:nvPr/>
        </p:nvSpPr>
        <p:spPr>
          <a:xfrm>
            <a:off x="6615269" y="3124082"/>
            <a:ext cx="400110" cy="632239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kumimoji="1" lang="ja-JP" altLang="en-US" sz="1400" dirty="0"/>
              <a:t>識別</a:t>
            </a:r>
            <a:r>
              <a:rPr lang="ja-JP" altLang="en-US" sz="1400" dirty="0"/>
              <a:t>器</a:t>
            </a:r>
            <a:endParaRPr kumimoji="1" lang="ja-JP" altLang="en-US" sz="1400" dirty="0"/>
          </a:p>
        </p:txBody>
      </p:sp>
      <p:cxnSp>
        <p:nvCxnSpPr>
          <p:cNvPr id="16" name="直線矢印コネクタ 15">
            <a:extLst>
              <a:ext uri="{FF2B5EF4-FFF2-40B4-BE49-F238E27FC236}">
                <a16:creationId xmlns:a16="http://schemas.microsoft.com/office/drawing/2014/main" id="{87C594E7-DBD6-415E-841F-2D4CC9E72853}"/>
              </a:ext>
            </a:extLst>
          </p:cNvPr>
          <p:cNvCxnSpPr/>
          <p:nvPr/>
        </p:nvCxnSpPr>
        <p:spPr>
          <a:xfrm>
            <a:off x="7285944" y="3429000"/>
            <a:ext cx="583200" cy="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" name="楕円 16">
            <a:extLst>
              <a:ext uri="{FF2B5EF4-FFF2-40B4-BE49-F238E27FC236}">
                <a16:creationId xmlns:a16="http://schemas.microsoft.com/office/drawing/2014/main" id="{FACA6C32-D687-44AA-8B44-30BFF255EDBE}"/>
              </a:ext>
            </a:extLst>
          </p:cNvPr>
          <p:cNvSpPr/>
          <p:nvPr/>
        </p:nvSpPr>
        <p:spPr>
          <a:xfrm>
            <a:off x="8122540" y="2950390"/>
            <a:ext cx="1339341" cy="94615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9DC94F9A-8F4A-4627-9138-864A2BE4999E}"/>
              </a:ext>
            </a:extLst>
          </p:cNvPr>
          <p:cNvSpPr txBox="1"/>
          <p:nvPr/>
        </p:nvSpPr>
        <p:spPr>
          <a:xfrm>
            <a:off x="8306923" y="3187141"/>
            <a:ext cx="9608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400" dirty="0"/>
              <a:t>識別信号</a:t>
            </a:r>
            <a:endParaRPr kumimoji="1" lang="en-US" altLang="ja-JP" sz="1400" dirty="0"/>
          </a:p>
          <a:p>
            <a:pPr algn="ctr"/>
            <a:r>
              <a:rPr lang="en-US" altLang="ja-JP" sz="1400" dirty="0"/>
              <a:t>0~1</a:t>
            </a:r>
            <a:endParaRPr kumimoji="1" lang="ja-JP" altLang="en-US" sz="1400" dirty="0"/>
          </a:p>
        </p:txBody>
      </p:sp>
      <p:cxnSp>
        <p:nvCxnSpPr>
          <p:cNvPr id="19" name="直線矢印コネクタ 18">
            <a:extLst>
              <a:ext uri="{FF2B5EF4-FFF2-40B4-BE49-F238E27FC236}">
                <a16:creationId xmlns:a16="http://schemas.microsoft.com/office/drawing/2014/main" id="{282CC704-1A83-4324-A5E9-4ABC63AA6EBB}"/>
              </a:ext>
            </a:extLst>
          </p:cNvPr>
          <p:cNvCxnSpPr/>
          <p:nvPr/>
        </p:nvCxnSpPr>
        <p:spPr>
          <a:xfrm>
            <a:off x="9667158" y="3423465"/>
            <a:ext cx="780919" cy="0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0" name="楕円 19">
            <a:extLst>
              <a:ext uri="{FF2B5EF4-FFF2-40B4-BE49-F238E27FC236}">
                <a16:creationId xmlns:a16="http://schemas.microsoft.com/office/drawing/2014/main" id="{56D9EC00-3C9F-440F-B20C-6C1B44EDC8E6}"/>
              </a:ext>
            </a:extLst>
          </p:cNvPr>
          <p:cNvSpPr/>
          <p:nvPr/>
        </p:nvSpPr>
        <p:spPr>
          <a:xfrm>
            <a:off x="10653354" y="2906865"/>
            <a:ext cx="1033937" cy="10332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CA6F6057-FC5A-4DA3-8837-97C0A393D2CD}"/>
              </a:ext>
            </a:extLst>
          </p:cNvPr>
          <p:cNvSpPr txBox="1"/>
          <p:nvPr/>
        </p:nvSpPr>
        <p:spPr>
          <a:xfrm>
            <a:off x="11028381" y="3276596"/>
            <a:ext cx="2838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1</a:t>
            </a:r>
            <a:endParaRPr kumimoji="1" lang="ja-JP" altLang="en-US" dirty="0"/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774D972B-B248-4DF9-A593-45D15372E2B6}"/>
              </a:ext>
            </a:extLst>
          </p:cNvPr>
          <p:cNvSpPr txBox="1"/>
          <p:nvPr/>
        </p:nvSpPr>
        <p:spPr>
          <a:xfrm>
            <a:off x="9777375" y="3768273"/>
            <a:ext cx="5604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dirty="0"/>
              <a:t>誤差</a:t>
            </a:r>
          </a:p>
        </p:txBody>
      </p:sp>
      <p:cxnSp>
        <p:nvCxnSpPr>
          <p:cNvPr id="23" name="直線矢印コネクタ 22">
            <a:extLst>
              <a:ext uri="{FF2B5EF4-FFF2-40B4-BE49-F238E27FC236}">
                <a16:creationId xmlns:a16="http://schemas.microsoft.com/office/drawing/2014/main" id="{3098670E-0BEC-48BE-9D87-C79893AF0276}"/>
              </a:ext>
            </a:extLst>
          </p:cNvPr>
          <p:cNvCxnSpPr/>
          <p:nvPr/>
        </p:nvCxnSpPr>
        <p:spPr>
          <a:xfrm>
            <a:off x="5718874" y="3429000"/>
            <a:ext cx="583200" cy="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4" name="円弧 23">
            <a:extLst>
              <a:ext uri="{FF2B5EF4-FFF2-40B4-BE49-F238E27FC236}">
                <a16:creationId xmlns:a16="http://schemas.microsoft.com/office/drawing/2014/main" id="{F1FE5885-1EF4-439D-B13A-70529828CB9F}"/>
              </a:ext>
            </a:extLst>
          </p:cNvPr>
          <p:cNvSpPr/>
          <p:nvPr/>
        </p:nvSpPr>
        <p:spPr>
          <a:xfrm rot="8100000">
            <a:off x="1486013" y="-4319494"/>
            <a:ext cx="9936000" cy="9936000"/>
          </a:xfrm>
          <a:prstGeom prst="arc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9EB1F120-4D55-4822-BCA5-4C7E38DF8A82}"/>
              </a:ext>
            </a:extLst>
          </p:cNvPr>
          <p:cNvSpPr txBox="1"/>
          <p:nvPr/>
        </p:nvSpPr>
        <p:spPr>
          <a:xfrm>
            <a:off x="6033156" y="5898704"/>
            <a:ext cx="9044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dirty="0"/>
              <a:t>最適化</a:t>
            </a:r>
          </a:p>
        </p:txBody>
      </p:sp>
    </p:spTree>
    <p:extLst>
      <p:ext uri="{BB962C8B-B14F-4D97-AF65-F5344CB8AC3E}">
        <p14:creationId xmlns:p14="http://schemas.microsoft.com/office/powerpoint/2010/main" val="34366948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直方体 40">
            <a:extLst>
              <a:ext uri="{FF2B5EF4-FFF2-40B4-BE49-F238E27FC236}">
                <a16:creationId xmlns:a16="http://schemas.microsoft.com/office/drawing/2014/main" id="{E82EDBBD-F259-4B2F-B1F5-3DC2264CD145}"/>
              </a:ext>
            </a:extLst>
          </p:cNvPr>
          <p:cNvSpPr/>
          <p:nvPr/>
        </p:nvSpPr>
        <p:spPr>
          <a:xfrm>
            <a:off x="6004067" y="1595738"/>
            <a:ext cx="2153277" cy="1495763"/>
          </a:xfrm>
          <a:prstGeom prst="cub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" name="正方形/長方形 41">
            <a:extLst>
              <a:ext uri="{FF2B5EF4-FFF2-40B4-BE49-F238E27FC236}">
                <a16:creationId xmlns:a16="http://schemas.microsoft.com/office/drawing/2014/main" id="{D73D20CC-48CF-464C-B26B-926FEEAEE9AA}"/>
              </a:ext>
            </a:extLst>
          </p:cNvPr>
          <p:cNvSpPr/>
          <p:nvPr/>
        </p:nvSpPr>
        <p:spPr>
          <a:xfrm>
            <a:off x="6004067" y="1957488"/>
            <a:ext cx="1801728" cy="11977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9" name="直方体 38">
            <a:extLst>
              <a:ext uri="{FF2B5EF4-FFF2-40B4-BE49-F238E27FC236}">
                <a16:creationId xmlns:a16="http://schemas.microsoft.com/office/drawing/2014/main" id="{215DBD3E-4F44-4434-813F-339425A05168}"/>
              </a:ext>
            </a:extLst>
          </p:cNvPr>
          <p:cNvSpPr/>
          <p:nvPr/>
        </p:nvSpPr>
        <p:spPr>
          <a:xfrm>
            <a:off x="6016971" y="3794149"/>
            <a:ext cx="2140373" cy="1495763"/>
          </a:xfrm>
          <a:prstGeom prst="cub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BEDD76F7-E867-4E9A-B305-DB094F5255EC}"/>
              </a:ext>
            </a:extLst>
          </p:cNvPr>
          <p:cNvSpPr/>
          <p:nvPr/>
        </p:nvSpPr>
        <p:spPr>
          <a:xfrm>
            <a:off x="5905360" y="4160937"/>
            <a:ext cx="1900436" cy="12577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直方体 32">
            <a:extLst>
              <a:ext uri="{FF2B5EF4-FFF2-40B4-BE49-F238E27FC236}">
                <a16:creationId xmlns:a16="http://schemas.microsoft.com/office/drawing/2014/main" id="{5EC50027-CAA4-47BE-AFE3-BFCC296CFF8D}"/>
              </a:ext>
            </a:extLst>
          </p:cNvPr>
          <p:cNvSpPr/>
          <p:nvPr/>
        </p:nvSpPr>
        <p:spPr>
          <a:xfrm>
            <a:off x="2700659" y="3619352"/>
            <a:ext cx="828662" cy="804067"/>
          </a:xfrm>
          <a:prstGeom prst="cube">
            <a:avLst>
              <a:gd name="adj" fmla="val 45583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A5314806-5193-4BCC-8D2B-EFC251590EF1}"/>
              </a:ext>
            </a:extLst>
          </p:cNvPr>
          <p:cNvSpPr/>
          <p:nvPr/>
        </p:nvSpPr>
        <p:spPr>
          <a:xfrm>
            <a:off x="2509971" y="3975947"/>
            <a:ext cx="650771" cy="6841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直方体 9">
            <a:extLst>
              <a:ext uri="{FF2B5EF4-FFF2-40B4-BE49-F238E27FC236}">
                <a16:creationId xmlns:a16="http://schemas.microsoft.com/office/drawing/2014/main" id="{0B481CB7-B853-47D2-B84A-4855D165DD34}"/>
              </a:ext>
            </a:extLst>
          </p:cNvPr>
          <p:cNvSpPr/>
          <p:nvPr/>
        </p:nvSpPr>
        <p:spPr>
          <a:xfrm>
            <a:off x="5665423" y="4160938"/>
            <a:ext cx="2140373" cy="1468966"/>
          </a:xfrm>
          <a:prstGeom prst="cub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直方体 12">
            <a:extLst>
              <a:ext uri="{FF2B5EF4-FFF2-40B4-BE49-F238E27FC236}">
                <a16:creationId xmlns:a16="http://schemas.microsoft.com/office/drawing/2014/main" id="{51AC7C9B-5CE7-4E51-8E49-6B251C084E3B}"/>
              </a:ext>
            </a:extLst>
          </p:cNvPr>
          <p:cNvSpPr/>
          <p:nvPr/>
        </p:nvSpPr>
        <p:spPr>
          <a:xfrm>
            <a:off x="5665422" y="1960034"/>
            <a:ext cx="2140373" cy="1468966"/>
          </a:xfrm>
          <a:prstGeom prst="cub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直方体 23">
            <a:extLst>
              <a:ext uri="{FF2B5EF4-FFF2-40B4-BE49-F238E27FC236}">
                <a16:creationId xmlns:a16="http://schemas.microsoft.com/office/drawing/2014/main" id="{C1D8B598-C87A-4B2B-9F26-645D5CF4F08A}"/>
              </a:ext>
            </a:extLst>
          </p:cNvPr>
          <p:cNvSpPr/>
          <p:nvPr/>
        </p:nvSpPr>
        <p:spPr>
          <a:xfrm>
            <a:off x="1357750" y="3975948"/>
            <a:ext cx="1802992" cy="1806357"/>
          </a:xfrm>
          <a:prstGeom prst="cube">
            <a:avLst>
              <a:gd name="adj" fmla="val 75257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2A58F57B-3575-40ED-A162-2AAFDE427C11}"/>
              </a:ext>
            </a:extLst>
          </p:cNvPr>
          <p:cNvSpPr txBox="1"/>
          <p:nvPr/>
        </p:nvSpPr>
        <p:spPr>
          <a:xfrm>
            <a:off x="5985129" y="2694517"/>
            <a:ext cx="11175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本物</a:t>
            </a:r>
            <a:r>
              <a:rPr kumimoji="1" lang="ja-JP" altLang="en-US" dirty="0"/>
              <a:t>画像</a:t>
            </a:r>
          </a:p>
        </p:txBody>
      </p:sp>
      <p:cxnSp>
        <p:nvCxnSpPr>
          <p:cNvPr id="16" name="直線矢印コネクタ 15">
            <a:extLst>
              <a:ext uri="{FF2B5EF4-FFF2-40B4-BE49-F238E27FC236}">
                <a16:creationId xmlns:a16="http://schemas.microsoft.com/office/drawing/2014/main" id="{3577E964-9EAD-46AA-90B6-30CD68ADD191}"/>
              </a:ext>
            </a:extLst>
          </p:cNvPr>
          <p:cNvCxnSpPr>
            <a:cxnSpLocks/>
          </p:cNvCxnSpPr>
          <p:nvPr/>
        </p:nvCxnSpPr>
        <p:spPr>
          <a:xfrm rot="2700000">
            <a:off x="8177397" y="2809292"/>
            <a:ext cx="720000" cy="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直線矢印コネクタ 16">
            <a:extLst>
              <a:ext uri="{FF2B5EF4-FFF2-40B4-BE49-F238E27FC236}">
                <a16:creationId xmlns:a16="http://schemas.microsoft.com/office/drawing/2014/main" id="{869AF00B-5A6C-43A5-BE37-01007BD33E0D}"/>
              </a:ext>
            </a:extLst>
          </p:cNvPr>
          <p:cNvCxnSpPr>
            <a:cxnSpLocks/>
          </p:cNvCxnSpPr>
          <p:nvPr/>
        </p:nvCxnSpPr>
        <p:spPr>
          <a:xfrm rot="18900000">
            <a:off x="8163515" y="4048709"/>
            <a:ext cx="720000" cy="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8" name="台形 17">
            <a:extLst>
              <a:ext uri="{FF2B5EF4-FFF2-40B4-BE49-F238E27FC236}">
                <a16:creationId xmlns:a16="http://schemas.microsoft.com/office/drawing/2014/main" id="{85E4829E-82FF-4D3A-8486-2A731051F1D8}"/>
              </a:ext>
            </a:extLst>
          </p:cNvPr>
          <p:cNvSpPr/>
          <p:nvPr/>
        </p:nvSpPr>
        <p:spPr>
          <a:xfrm rot="5400000">
            <a:off x="8642062" y="3123517"/>
            <a:ext cx="1468966" cy="610967"/>
          </a:xfrm>
          <a:prstGeom prst="trapezoid">
            <a:avLst/>
          </a:prstGeom>
          <a:noFill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15B66CB2-E657-453F-A38D-B856E8776321}"/>
              </a:ext>
            </a:extLst>
          </p:cNvPr>
          <p:cNvSpPr txBox="1"/>
          <p:nvPr/>
        </p:nvSpPr>
        <p:spPr>
          <a:xfrm>
            <a:off x="9145712" y="3063849"/>
            <a:ext cx="461665" cy="862269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kumimoji="1" lang="ja-JP" altLang="en-US" dirty="0"/>
              <a:t>識別</a:t>
            </a:r>
            <a:r>
              <a:rPr lang="ja-JP" altLang="en-US" dirty="0"/>
              <a:t>器</a:t>
            </a:r>
            <a:endParaRPr kumimoji="1" lang="ja-JP" altLang="en-US" dirty="0"/>
          </a:p>
        </p:txBody>
      </p:sp>
      <p:cxnSp>
        <p:nvCxnSpPr>
          <p:cNvPr id="7" name="直線矢印コネクタ 6">
            <a:extLst>
              <a:ext uri="{FF2B5EF4-FFF2-40B4-BE49-F238E27FC236}">
                <a16:creationId xmlns:a16="http://schemas.microsoft.com/office/drawing/2014/main" id="{E385E8E6-F528-46FF-9294-F5E95B7EE380}"/>
              </a:ext>
            </a:extLst>
          </p:cNvPr>
          <p:cNvCxnSpPr/>
          <p:nvPr/>
        </p:nvCxnSpPr>
        <p:spPr>
          <a:xfrm>
            <a:off x="4598563" y="4895421"/>
            <a:ext cx="720000" cy="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" name="台形 7">
            <a:extLst>
              <a:ext uri="{FF2B5EF4-FFF2-40B4-BE49-F238E27FC236}">
                <a16:creationId xmlns:a16="http://schemas.microsoft.com/office/drawing/2014/main" id="{CC423DC3-EDFF-45F2-A67F-05D7BF122F74}"/>
              </a:ext>
            </a:extLst>
          </p:cNvPr>
          <p:cNvSpPr/>
          <p:nvPr/>
        </p:nvSpPr>
        <p:spPr>
          <a:xfrm rot="16200000">
            <a:off x="3360191" y="4589938"/>
            <a:ext cx="1468966" cy="610967"/>
          </a:xfrm>
          <a:prstGeom prst="trapezoid">
            <a:avLst/>
          </a:prstGeom>
          <a:noFill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C3C018B2-039C-485A-8965-AE29F6E07484}"/>
              </a:ext>
            </a:extLst>
          </p:cNvPr>
          <p:cNvSpPr txBox="1"/>
          <p:nvPr/>
        </p:nvSpPr>
        <p:spPr>
          <a:xfrm>
            <a:off x="3863841" y="4491700"/>
            <a:ext cx="461665" cy="798218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ja-JP" altLang="en-US" dirty="0"/>
              <a:t>生成器</a:t>
            </a:r>
            <a:endParaRPr kumimoji="1" lang="ja-JP" altLang="en-US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94EFF2B9-EBD4-4AE7-A281-FB7F8DD851A2}"/>
              </a:ext>
            </a:extLst>
          </p:cNvPr>
          <p:cNvSpPr txBox="1"/>
          <p:nvPr/>
        </p:nvSpPr>
        <p:spPr>
          <a:xfrm>
            <a:off x="5985129" y="4895421"/>
            <a:ext cx="11175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生成画像</a:t>
            </a:r>
          </a:p>
        </p:txBody>
      </p:sp>
      <p:cxnSp>
        <p:nvCxnSpPr>
          <p:cNvPr id="12" name="直線矢印コネクタ 11">
            <a:extLst>
              <a:ext uri="{FF2B5EF4-FFF2-40B4-BE49-F238E27FC236}">
                <a16:creationId xmlns:a16="http://schemas.microsoft.com/office/drawing/2014/main" id="{4910E01E-BBC4-4E92-9C60-9D9B196DA3F2}"/>
              </a:ext>
            </a:extLst>
          </p:cNvPr>
          <p:cNvCxnSpPr/>
          <p:nvPr/>
        </p:nvCxnSpPr>
        <p:spPr>
          <a:xfrm>
            <a:off x="2871829" y="4890780"/>
            <a:ext cx="720000" cy="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F1090A59-02B2-4953-9387-C6FE6629A4D4}"/>
              </a:ext>
            </a:extLst>
          </p:cNvPr>
          <p:cNvSpPr txBox="1"/>
          <p:nvPr/>
        </p:nvSpPr>
        <p:spPr>
          <a:xfrm>
            <a:off x="1652865" y="3649119"/>
            <a:ext cx="7340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b="1" dirty="0"/>
              <a:t>ノイズ</a:t>
            </a:r>
          </a:p>
        </p:txBody>
      </p:sp>
      <p:cxnSp>
        <p:nvCxnSpPr>
          <p:cNvPr id="21" name="直線矢印コネクタ 20">
            <a:extLst>
              <a:ext uri="{FF2B5EF4-FFF2-40B4-BE49-F238E27FC236}">
                <a16:creationId xmlns:a16="http://schemas.microsoft.com/office/drawing/2014/main" id="{EA266740-130C-46EF-A956-E97DA3A47938}"/>
              </a:ext>
            </a:extLst>
          </p:cNvPr>
          <p:cNvCxnSpPr/>
          <p:nvPr/>
        </p:nvCxnSpPr>
        <p:spPr>
          <a:xfrm>
            <a:off x="9910193" y="3429000"/>
            <a:ext cx="720000" cy="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53F60CD2-6F0A-41CD-934F-0E270277C5A2}"/>
              </a:ext>
            </a:extLst>
          </p:cNvPr>
          <p:cNvSpPr txBox="1"/>
          <p:nvPr/>
        </p:nvSpPr>
        <p:spPr>
          <a:xfrm>
            <a:off x="10681981" y="2967335"/>
            <a:ext cx="151001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b="1" dirty="0"/>
              <a:t>識別信号</a:t>
            </a:r>
            <a:endParaRPr kumimoji="1" lang="en-US" altLang="ja-JP" b="1" dirty="0"/>
          </a:p>
          <a:p>
            <a:r>
              <a:rPr kumimoji="1" lang="en-US" altLang="ja-JP" dirty="0"/>
              <a:t>0:</a:t>
            </a:r>
            <a:r>
              <a:rPr kumimoji="1" lang="ja-JP" altLang="en-US" dirty="0"/>
              <a:t>生成画像</a:t>
            </a:r>
            <a:endParaRPr kumimoji="1" lang="en-US" altLang="ja-JP" dirty="0"/>
          </a:p>
          <a:p>
            <a:r>
              <a:rPr lang="en-US" altLang="ja-JP" dirty="0"/>
              <a:t>1:</a:t>
            </a:r>
            <a:r>
              <a:rPr lang="ja-JP" altLang="en-US" dirty="0"/>
              <a:t>本物画像</a:t>
            </a:r>
            <a:endParaRPr kumimoji="1" lang="ja-JP" altLang="en-US" dirty="0"/>
          </a:p>
        </p:txBody>
      </p:sp>
      <p:cxnSp>
        <p:nvCxnSpPr>
          <p:cNvPr id="37" name="直線矢印コネクタ 36">
            <a:extLst>
              <a:ext uri="{FF2B5EF4-FFF2-40B4-BE49-F238E27FC236}">
                <a16:creationId xmlns:a16="http://schemas.microsoft.com/office/drawing/2014/main" id="{956F6598-EECB-47E8-BB3E-4583E375B914}"/>
              </a:ext>
            </a:extLst>
          </p:cNvPr>
          <p:cNvCxnSpPr/>
          <p:nvPr/>
        </p:nvCxnSpPr>
        <p:spPr>
          <a:xfrm>
            <a:off x="2810933" y="2554733"/>
            <a:ext cx="237067" cy="95385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テキスト ボックス 37">
                <a:extLst>
                  <a:ext uri="{FF2B5EF4-FFF2-40B4-BE49-F238E27FC236}">
                    <a16:creationId xmlns:a16="http://schemas.microsoft.com/office/drawing/2014/main" id="{F3022075-FD35-49A2-94BB-1558672BFB0D}"/>
                  </a:ext>
                </a:extLst>
              </p:cNvPr>
              <p:cNvSpPr txBox="1"/>
              <p:nvPr/>
            </p:nvSpPr>
            <p:spPr>
              <a:xfrm>
                <a:off x="1633518" y="995574"/>
                <a:ext cx="3420616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ja-JP" altLang="en-US" dirty="0"/>
                  <a:t>クラスを示す</a:t>
                </a:r>
                <a:r>
                  <a:rPr kumimoji="1" lang="en-US" altLang="ja-JP" dirty="0"/>
                  <a:t>One-Hot</a:t>
                </a:r>
                <a:r>
                  <a:rPr kumimoji="1" lang="ja-JP" altLang="en-US" dirty="0"/>
                  <a:t>ベクトル</a:t>
                </a:r>
                <a:endParaRPr kumimoji="1" lang="en-US" altLang="ja-JP" dirty="0"/>
              </a:p>
              <a:p>
                <a:r>
                  <a:rPr lang="en-US" altLang="ja-JP" dirty="0"/>
                  <a:t>1 : 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(1,0,0,…)</m:t>
                    </m:r>
                  </m:oMath>
                </a14:m>
                <a:endParaRPr kumimoji="1" lang="en-US" altLang="ja-JP" dirty="0"/>
              </a:p>
              <a:p>
                <a:r>
                  <a:rPr lang="en-US" altLang="ja-JP" dirty="0"/>
                  <a:t>2 : 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(0,1,0,…)</m:t>
                    </m:r>
                  </m:oMath>
                </a14:m>
                <a:endParaRPr kumimoji="1" lang="ja-JP" altLang="en-US" dirty="0"/>
              </a:p>
              <a:p>
                <a:r>
                  <a:rPr lang="en-US" altLang="ja-JP" dirty="0"/>
                  <a:t>3 : 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(0,0,1,…)</m:t>
                    </m:r>
                  </m:oMath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38" name="テキスト ボックス 37">
                <a:extLst>
                  <a:ext uri="{FF2B5EF4-FFF2-40B4-BE49-F238E27FC236}">
                    <a16:creationId xmlns:a16="http://schemas.microsoft.com/office/drawing/2014/main" id="{F3022075-FD35-49A2-94BB-1558672BFB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3518" y="995574"/>
                <a:ext cx="3420616" cy="1200329"/>
              </a:xfrm>
              <a:prstGeom prst="rect">
                <a:avLst/>
              </a:prstGeom>
              <a:blipFill>
                <a:blip r:embed="rId2"/>
                <a:stretch>
                  <a:fillRect l="-1604" t="-2538" r="-713" b="-761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7" name="直線矢印コネクタ 46">
            <a:extLst>
              <a:ext uri="{FF2B5EF4-FFF2-40B4-BE49-F238E27FC236}">
                <a16:creationId xmlns:a16="http://schemas.microsoft.com/office/drawing/2014/main" id="{6F05CAD1-9C81-46E6-81AD-2D4963991961}"/>
              </a:ext>
            </a:extLst>
          </p:cNvPr>
          <p:cNvCxnSpPr>
            <a:cxnSpLocks/>
          </p:cNvCxnSpPr>
          <p:nvPr/>
        </p:nvCxnSpPr>
        <p:spPr>
          <a:xfrm>
            <a:off x="3738880" y="3857882"/>
            <a:ext cx="229363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9" name="テキスト ボックス 48">
            <a:extLst>
              <a:ext uri="{FF2B5EF4-FFF2-40B4-BE49-F238E27FC236}">
                <a16:creationId xmlns:a16="http://schemas.microsoft.com/office/drawing/2014/main" id="{1C1B94C4-C31B-4FCD-8218-FEC2D66535AE}"/>
              </a:ext>
            </a:extLst>
          </p:cNvPr>
          <p:cNvSpPr txBox="1"/>
          <p:nvPr/>
        </p:nvSpPr>
        <p:spPr>
          <a:xfrm>
            <a:off x="4466242" y="3561601"/>
            <a:ext cx="9846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/>
              <a:t>同じラベル</a:t>
            </a:r>
          </a:p>
        </p:txBody>
      </p:sp>
      <p:cxnSp>
        <p:nvCxnSpPr>
          <p:cNvPr id="51" name="直線矢印コネクタ 50">
            <a:extLst>
              <a:ext uri="{FF2B5EF4-FFF2-40B4-BE49-F238E27FC236}">
                <a16:creationId xmlns:a16="http://schemas.microsoft.com/office/drawing/2014/main" id="{F989E066-6DBA-4990-B539-3CE2FA048E83}"/>
              </a:ext>
            </a:extLst>
          </p:cNvPr>
          <p:cNvCxnSpPr>
            <a:cxnSpLocks/>
          </p:cNvCxnSpPr>
          <p:nvPr/>
        </p:nvCxnSpPr>
        <p:spPr>
          <a:xfrm flipH="1">
            <a:off x="8046721" y="927947"/>
            <a:ext cx="562186" cy="50785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テキスト ボックス 52">
                <a:extLst>
                  <a:ext uri="{FF2B5EF4-FFF2-40B4-BE49-F238E27FC236}">
                    <a16:creationId xmlns:a16="http://schemas.microsoft.com/office/drawing/2014/main" id="{6AECEED6-F661-4E56-ADF2-662568704E64}"/>
                  </a:ext>
                </a:extLst>
              </p:cNvPr>
              <p:cNvSpPr txBox="1"/>
              <p:nvPr/>
            </p:nvSpPr>
            <p:spPr>
              <a:xfrm>
                <a:off x="8691230" y="337807"/>
                <a:ext cx="3499153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ja-JP" altLang="en-US" dirty="0"/>
                  <a:t>クラスを示す条件画像</a:t>
                </a:r>
                <a:endParaRPr kumimoji="1" lang="en-US" altLang="ja-JP" dirty="0"/>
              </a:p>
              <a:p>
                <a:r>
                  <a:rPr lang="en-US" altLang="ja-JP" dirty="0"/>
                  <a:t>1 : 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e>
                      <m:sub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28</m:t>
                        </m:r>
                      </m:sub>
                    </m:sSub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e>
                      <m:sub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28</m:t>
                        </m:r>
                      </m:sub>
                    </m:sSub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e>
                      <m:sub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28</m:t>
                        </m:r>
                      </m:sub>
                    </m:sSub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,…)</m:t>
                    </m:r>
                  </m:oMath>
                </a14:m>
                <a:endParaRPr kumimoji="1" lang="en-US" altLang="ja-JP" dirty="0"/>
              </a:p>
              <a:p>
                <a:r>
                  <a:rPr lang="en-US" altLang="ja-JP" dirty="0"/>
                  <a:t>2 : 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e>
                      <m:sub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28</m:t>
                        </m:r>
                      </m:sub>
                    </m:sSub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e>
                      <m:sub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28</m:t>
                        </m:r>
                      </m:sub>
                    </m:sSub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e>
                      <m:sub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28</m:t>
                        </m:r>
                      </m:sub>
                    </m:sSub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,…)</m:t>
                    </m:r>
                  </m:oMath>
                </a14:m>
                <a:endParaRPr kumimoji="1" lang="en-US" altLang="ja-JP" dirty="0"/>
              </a:p>
              <a:p>
                <a:r>
                  <a:rPr lang="en-US" altLang="ja-JP" dirty="0"/>
                  <a:t>3 : 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e>
                      <m:sub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28</m:t>
                        </m:r>
                      </m:sub>
                    </m:sSub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e>
                      <m:sub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28</m:t>
                        </m:r>
                      </m:sub>
                    </m:sSub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e>
                      <m:sub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28</m:t>
                        </m:r>
                      </m:sub>
                    </m:sSub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,…)</m:t>
                    </m:r>
                  </m:oMath>
                </a14:m>
                <a:endParaRPr kumimoji="1" lang="en-US" altLang="ja-JP" dirty="0"/>
              </a:p>
            </p:txBody>
          </p:sp>
        </mc:Choice>
        <mc:Fallback xmlns="">
          <p:sp>
            <p:nvSpPr>
              <p:cNvPr id="53" name="テキスト ボックス 52">
                <a:extLst>
                  <a:ext uri="{FF2B5EF4-FFF2-40B4-BE49-F238E27FC236}">
                    <a16:creationId xmlns:a16="http://schemas.microsoft.com/office/drawing/2014/main" id="{6AECEED6-F661-4E56-ADF2-662568704E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91230" y="337807"/>
                <a:ext cx="3499153" cy="1200329"/>
              </a:xfrm>
              <a:prstGeom prst="rect">
                <a:avLst/>
              </a:prstGeom>
              <a:blipFill>
                <a:blip r:embed="rId3"/>
                <a:stretch>
                  <a:fillRect l="-1568" t="-2538" b="-761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テキスト ボックス 53">
            <a:extLst>
              <a:ext uri="{FF2B5EF4-FFF2-40B4-BE49-F238E27FC236}">
                <a16:creationId xmlns:a16="http://schemas.microsoft.com/office/drawing/2014/main" id="{4C87491A-2036-45FE-A0E0-81DBE5C12793}"/>
              </a:ext>
            </a:extLst>
          </p:cNvPr>
          <p:cNvSpPr txBox="1"/>
          <p:nvPr/>
        </p:nvSpPr>
        <p:spPr>
          <a:xfrm>
            <a:off x="1558218" y="2107547"/>
            <a:ext cx="461665" cy="307532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kumimoji="1" lang="en-US" altLang="ja-JP" dirty="0"/>
              <a:t>…</a:t>
            </a:r>
            <a:endParaRPr kumimoji="1" lang="ja-JP" altLang="en-US" dirty="0"/>
          </a:p>
        </p:txBody>
      </p:sp>
      <p:sp>
        <p:nvSpPr>
          <p:cNvPr id="55" name="テキスト ボックス 54">
            <a:extLst>
              <a:ext uri="{FF2B5EF4-FFF2-40B4-BE49-F238E27FC236}">
                <a16:creationId xmlns:a16="http://schemas.microsoft.com/office/drawing/2014/main" id="{6C1FB830-BEB7-4363-A594-3C4669A15A2D}"/>
              </a:ext>
            </a:extLst>
          </p:cNvPr>
          <p:cNvSpPr txBox="1"/>
          <p:nvPr/>
        </p:nvSpPr>
        <p:spPr>
          <a:xfrm>
            <a:off x="8608907" y="1468401"/>
            <a:ext cx="461665" cy="356596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kumimoji="1" lang="en-US" altLang="ja-JP" dirty="0"/>
              <a:t>…</a:t>
            </a:r>
            <a:endParaRPr kumimoji="1" lang="ja-JP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テキスト ボックス 55">
                <a:extLst>
                  <a:ext uri="{FF2B5EF4-FFF2-40B4-BE49-F238E27FC236}">
                    <a16:creationId xmlns:a16="http://schemas.microsoft.com/office/drawing/2014/main" id="{C6887682-6022-40ED-BBC2-6A33C8DC2621}"/>
                  </a:ext>
                </a:extLst>
              </p:cNvPr>
              <p:cNvSpPr txBox="1"/>
              <p:nvPr/>
            </p:nvSpPr>
            <p:spPr>
              <a:xfrm>
                <a:off x="9607377" y="1994297"/>
                <a:ext cx="238343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ja-JP" sz="1200" dirty="0"/>
                  <a:t>※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kumimoji="1" lang="en-US" altLang="ja-JP" sz="1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sz="1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d>
                      </m:e>
                      <m:sub>
                        <m:r>
                          <a:rPr kumimoji="1" lang="en-US" altLang="ja-JP" sz="1200" b="0" i="1" smtClean="0">
                            <a:latin typeface="Cambria Math" panose="02040503050406030204" pitchFamily="18" charset="0"/>
                          </a:rPr>
                          <m:t>28</m:t>
                        </m:r>
                      </m:sub>
                    </m:sSub>
                    <m:r>
                      <a:rPr lang="ja-JP" altLang="en-US" sz="1200" i="1">
                        <a:latin typeface="Cambria Math" panose="02040503050406030204" pitchFamily="18" charset="0"/>
                      </a:rPr>
                      <m:t>は</m:t>
                    </m:r>
                  </m:oMath>
                </a14:m>
                <a:r>
                  <a:rPr kumimoji="1" lang="ja-JP" altLang="en-US" sz="1200" dirty="0"/>
                  <a:t>全成分が</a:t>
                </a:r>
                <a14:m>
                  <m:oMath xmlns:m="http://schemas.openxmlformats.org/officeDocument/2006/math">
                    <m:r>
                      <a:rPr kumimoji="1" lang="en-US" altLang="ja-JP" sz="1200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kumimoji="1" lang="ja-JP" altLang="en-US" sz="1200" dirty="0"/>
                  <a:t>の</a:t>
                </a:r>
                <a14:m>
                  <m:oMath xmlns:m="http://schemas.openxmlformats.org/officeDocument/2006/math">
                    <m:r>
                      <a:rPr kumimoji="1" lang="en-US" altLang="ja-JP" sz="1200" b="0" i="1" dirty="0" smtClean="0">
                        <a:latin typeface="Cambria Math" panose="02040503050406030204" pitchFamily="18" charset="0"/>
                      </a:rPr>
                      <m:t>28×28</m:t>
                    </m:r>
                    <m:r>
                      <a:rPr lang="ja-JP" altLang="en-US" sz="1200" i="1" dirty="0">
                        <a:latin typeface="Cambria Math" panose="02040503050406030204" pitchFamily="18" charset="0"/>
                      </a:rPr>
                      <m:t>行列を</m:t>
                    </m:r>
                  </m:oMath>
                </a14:m>
                <a:r>
                  <a:rPr kumimoji="1" lang="ja-JP" altLang="en-US" sz="1200" dirty="0"/>
                  <a:t>表す</a:t>
                </a:r>
              </a:p>
            </p:txBody>
          </p:sp>
        </mc:Choice>
        <mc:Fallback xmlns="">
          <p:sp>
            <p:nvSpPr>
              <p:cNvPr id="56" name="テキスト ボックス 55">
                <a:extLst>
                  <a:ext uri="{FF2B5EF4-FFF2-40B4-BE49-F238E27FC236}">
                    <a16:creationId xmlns:a16="http://schemas.microsoft.com/office/drawing/2014/main" id="{C6887682-6022-40ED-BBC2-6A33C8DC26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07377" y="1994297"/>
                <a:ext cx="2383436" cy="461665"/>
              </a:xfrm>
              <a:prstGeom prst="rect">
                <a:avLst/>
              </a:prstGeom>
              <a:blipFill>
                <a:blip r:embed="rId4"/>
                <a:stretch>
                  <a:fillRect b="-921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582004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4406EDF3-38CF-489D-83C1-1BCDCBBB87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9898" y="2499360"/>
            <a:ext cx="5192203" cy="3803590"/>
          </a:xfrm>
          <a:prstGeom prst="rect">
            <a:avLst/>
          </a:pr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2DD7FD0C-0F35-4AD8-8D7E-8974794CC14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997" r="88617" b="3865"/>
          <a:stretch/>
        </p:blipFill>
        <p:spPr>
          <a:xfrm>
            <a:off x="4578144" y="3288453"/>
            <a:ext cx="481536" cy="385858"/>
          </a:xfrm>
          <a:prstGeom prst="rect">
            <a:avLst/>
          </a:prstGeom>
        </p:spPr>
      </p:pic>
      <p:cxnSp>
        <p:nvCxnSpPr>
          <p:cNvPr id="13" name="直線矢印コネクタ 12">
            <a:extLst>
              <a:ext uri="{FF2B5EF4-FFF2-40B4-BE49-F238E27FC236}">
                <a16:creationId xmlns:a16="http://schemas.microsoft.com/office/drawing/2014/main" id="{689BC881-E953-4E0E-B01F-8D56363AA2D5}"/>
              </a:ext>
            </a:extLst>
          </p:cNvPr>
          <p:cNvCxnSpPr/>
          <p:nvPr/>
        </p:nvCxnSpPr>
        <p:spPr>
          <a:xfrm>
            <a:off x="5059680" y="3725334"/>
            <a:ext cx="0" cy="1496906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14" name="図 13">
            <a:extLst>
              <a:ext uri="{FF2B5EF4-FFF2-40B4-BE49-F238E27FC236}">
                <a16:creationId xmlns:a16="http://schemas.microsoft.com/office/drawing/2014/main" id="{1E35707D-C987-4D59-AED5-7CC314D7890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5484"/>
          <a:stretch/>
        </p:blipFill>
        <p:spPr>
          <a:xfrm>
            <a:off x="3389425" y="1879600"/>
            <a:ext cx="5717949" cy="617817"/>
          </a:xfrm>
          <a:prstGeom prst="rect">
            <a:avLst/>
          </a:prstGeom>
        </p:spPr>
      </p:pic>
      <p:pic>
        <p:nvPicPr>
          <p:cNvPr id="15" name="図 14">
            <a:extLst>
              <a:ext uri="{FF2B5EF4-FFF2-40B4-BE49-F238E27FC236}">
                <a16:creationId xmlns:a16="http://schemas.microsoft.com/office/drawing/2014/main" id="{A99DFB14-32B3-4331-9900-088105B6C79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565" t="65484"/>
          <a:stretch/>
        </p:blipFill>
        <p:spPr>
          <a:xfrm>
            <a:off x="4522908" y="5032087"/>
            <a:ext cx="481536" cy="498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52958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図 9">
            <a:extLst>
              <a:ext uri="{FF2B5EF4-FFF2-40B4-BE49-F238E27FC236}">
                <a16:creationId xmlns:a16="http://schemas.microsoft.com/office/drawing/2014/main" id="{D170A877-E15C-45E6-BE0A-96F1240049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4868384" y="4610589"/>
            <a:ext cx="2455228" cy="1289615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E01E30AA-0506-492D-B68E-4A1F49D6B95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4724068" y="1245712"/>
            <a:ext cx="2743862" cy="1289615"/>
          </a:xfrm>
          <a:prstGeom prst="rect">
            <a:avLst/>
          </a:prstGeom>
        </p:spPr>
      </p:pic>
      <p:pic>
        <p:nvPicPr>
          <p:cNvPr id="14" name="図 13">
            <a:extLst>
              <a:ext uri="{FF2B5EF4-FFF2-40B4-BE49-F238E27FC236}">
                <a16:creationId xmlns:a16="http://schemas.microsoft.com/office/drawing/2014/main" id="{1E7E5133-7A16-41FF-8048-679ABC3A521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970546" y="4610512"/>
            <a:ext cx="2455228" cy="1288531"/>
          </a:xfrm>
          <a:prstGeom prst="rect">
            <a:avLst/>
          </a:prstGeom>
        </p:spPr>
      </p:pic>
      <p:cxnSp>
        <p:nvCxnSpPr>
          <p:cNvPr id="17" name="直線矢印コネクタ 16">
            <a:extLst>
              <a:ext uri="{FF2B5EF4-FFF2-40B4-BE49-F238E27FC236}">
                <a16:creationId xmlns:a16="http://schemas.microsoft.com/office/drawing/2014/main" id="{DC0E3C16-7A65-4A3F-80A0-14B6B4DABC37}"/>
              </a:ext>
            </a:extLst>
          </p:cNvPr>
          <p:cNvCxnSpPr>
            <a:cxnSpLocks/>
          </p:cNvCxnSpPr>
          <p:nvPr/>
        </p:nvCxnSpPr>
        <p:spPr>
          <a:xfrm>
            <a:off x="3647081" y="5337536"/>
            <a:ext cx="895101" cy="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直線矢印コネクタ 18">
            <a:extLst>
              <a:ext uri="{FF2B5EF4-FFF2-40B4-BE49-F238E27FC236}">
                <a16:creationId xmlns:a16="http://schemas.microsoft.com/office/drawing/2014/main" id="{942E35B4-4390-41CD-AB3F-5C0DB6D26191}"/>
              </a:ext>
            </a:extLst>
          </p:cNvPr>
          <p:cNvCxnSpPr>
            <a:cxnSpLocks/>
          </p:cNvCxnSpPr>
          <p:nvPr/>
        </p:nvCxnSpPr>
        <p:spPr>
          <a:xfrm>
            <a:off x="7685995" y="1890520"/>
            <a:ext cx="924920" cy="873915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直線矢印コネクタ 20">
            <a:extLst>
              <a:ext uri="{FF2B5EF4-FFF2-40B4-BE49-F238E27FC236}">
                <a16:creationId xmlns:a16="http://schemas.microsoft.com/office/drawing/2014/main" id="{44E46563-E45F-416E-BA2A-BA160A70A311}"/>
              </a:ext>
            </a:extLst>
          </p:cNvPr>
          <p:cNvCxnSpPr>
            <a:cxnSpLocks/>
          </p:cNvCxnSpPr>
          <p:nvPr/>
        </p:nvCxnSpPr>
        <p:spPr>
          <a:xfrm flipV="1">
            <a:off x="7685995" y="4547575"/>
            <a:ext cx="898101" cy="779294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テキスト ボックス 22">
                <a:extLst>
                  <a:ext uri="{FF2B5EF4-FFF2-40B4-BE49-F238E27FC236}">
                    <a16:creationId xmlns:a16="http://schemas.microsoft.com/office/drawing/2014/main" id="{71C3F57A-454A-4960-831A-9C4FA0D7CE7B}"/>
                  </a:ext>
                </a:extLst>
              </p:cNvPr>
              <p:cNvSpPr txBox="1"/>
              <p:nvPr/>
            </p:nvSpPr>
            <p:spPr>
              <a:xfrm>
                <a:off x="1613456" y="6002976"/>
                <a:ext cx="104360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ja-JP" altLang="en-US" dirty="0"/>
                  <a:t>生成器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23" name="テキスト ボックス 22">
                <a:extLst>
                  <a:ext uri="{FF2B5EF4-FFF2-40B4-BE49-F238E27FC236}">
                    <a16:creationId xmlns:a16="http://schemas.microsoft.com/office/drawing/2014/main" id="{71C3F57A-454A-4960-831A-9C4FA0D7CE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3456" y="6002976"/>
                <a:ext cx="1043609" cy="369332"/>
              </a:xfrm>
              <a:prstGeom prst="rect">
                <a:avLst/>
              </a:prstGeom>
              <a:blipFill>
                <a:blip r:embed="rId8"/>
                <a:stretch>
                  <a:fillRect l="-5263" t="-8333" b="-2833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テキスト ボックス 25">
                <a:extLst>
                  <a:ext uri="{FF2B5EF4-FFF2-40B4-BE49-F238E27FC236}">
                    <a16:creationId xmlns:a16="http://schemas.microsoft.com/office/drawing/2014/main" id="{2CA38CA4-B9EB-485E-A232-302E0AF242C6}"/>
                  </a:ext>
                </a:extLst>
              </p:cNvPr>
              <p:cNvSpPr txBox="1"/>
              <p:nvPr/>
            </p:nvSpPr>
            <p:spPr>
              <a:xfrm>
                <a:off x="5314098" y="6002976"/>
                <a:ext cx="156379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ja-JP" altLang="en-US" dirty="0"/>
                  <a:t>生成</a:t>
                </a:r>
                <a14:m>
                  <m:oMath xmlns:m="http://schemas.openxmlformats.org/officeDocument/2006/math">
                    <m:r>
                      <a:rPr lang="ja-JP" altLang="en-US" b="0" i="1" dirty="0">
                        <a:latin typeface="Cambria Math" panose="02040503050406030204" pitchFamily="18" charset="0"/>
                      </a:rPr>
                      <m:t>画像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26" name="テキスト ボックス 25">
                <a:extLst>
                  <a:ext uri="{FF2B5EF4-FFF2-40B4-BE49-F238E27FC236}">
                    <a16:creationId xmlns:a16="http://schemas.microsoft.com/office/drawing/2014/main" id="{2CA38CA4-B9EB-485E-A232-302E0AF242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4098" y="6002976"/>
                <a:ext cx="1563799" cy="369332"/>
              </a:xfrm>
              <a:prstGeom prst="rect">
                <a:avLst/>
              </a:prstGeom>
              <a:blipFill>
                <a:blip r:embed="rId9"/>
                <a:stretch>
                  <a:fillRect l="-3516" t="-8333" r="-1563" b="-2833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テキスト ボックス 26">
                <a:extLst>
                  <a:ext uri="{FF2B5EF4-FFF2-40B4-BE49-F238E27FC236}">
                    <a16:creationId xmlns:a16="http://schemas.microsoft.com/office/drawing/2014/main" id="{B266FE2B-43A7-4CA9-AF9F-AD8438435F10}"/>
                  </a:ext>
                </a:extLst>
              </p:cNvPr>
              <p:cNvSpPr txBox="1"/>
              <p:nvPr/>
            </p:nvSpPr>
            <p:spPr>
              <a:xfrm>
                <a:off x="5473135" y="2693474"/>
                <a:ext cx="124572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ja-JP" altLang="en-US" dirty="0"/>
                  <a:t>本物画像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27" name="テキスト ボックス 26">
                <a:extLst>
                  <a:ext uri="{FF2B5EF4-FFF2-40B4-BE49-F238E27FC236}">
                    <a16:creationId xmlns:a16="http://schemas.microsoft.com/office/drawing/2014/main" id="{B266FE2B-43A7-4CA9-AF9F-AD8438435F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3135" y="2693474"/>
                <a:ext cx="1245727" cy="369332"/>
              </a:xfrm>
              <a:prstGeom prst="rect">
                <a:avLst/>
              </a:prstGeom>
              <a:blipFill>
                <a:blip r:embed="rId10"/>
                <a:stretch>
                  <a:fillRect l="-4412" t="-8333" b="-2833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テキスト ボックス 27">
                <a:extLst>
                  <a:ext uri="{FF2B5EF4-FFF2-40B4-BE49-F238E27FC236}">
                    <a16:creationId xmlns:a16="http://schemas.microsoft.com/office/drawing/2014/main" id="{ED55A085-4BB7-43FB-A39F-70ADCBE8B5D0}"/>
                  </a:ext>
                </a:extLst>
              </p:cNvPr>
              <p:cNvSpPr txBox="1"/>
              <p:nvPr/>
            </p:nvSpPr>
            <p:spPr>
              <a:xfrm>
                <a:off x="9074092" y="5337536"/>
                <a:ext cx="104234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ja-JP" altLang="en-US" dirty="0"/>
                  <a:t>識別器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28" name="テキスト ボックス 27">
                <a:extLst>
                  <a:ext uri="{FF2B5EF4-FFF2-40B4-BE49-F238E27FC236}">
                    <a16:creationId xmlns:a16="http://schemas.microsoft.com/office/drawing/2014/main" id="{ED55A085-4BB7-43FB-A39F-70ADCBE8B5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74092" y="5337536"/>
                <a:ext cx="1042347" cy="369332"/>
              </a:xfrm>
              <a:prstGeom prst="rect">
                <a:avLst/>
              </a:prstGeom>
              <a:blipFill>
                <a:blip r:embed="rId11"/>
                <a:stretch>
                  <a:fillRect l="-5263" t="-8333" b="-2833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B499365D-909C-422F-BF9D-F14A90CAD83C}"/>
              </a:ext>
            </a:extLst>
          </p:cNvPr>
          <p:cNvSpPr txBox="1"/>
          <p:nvPr/>
        </p:nvSpPr>
        <p:spPr>
          <a:xfrm>
            <a:off x="5397688" y="718233"/>
            <a:ext cx="13966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本物のお札</a:t>
            </a:r>
            <a:endParaRPr kumimoji="1" lang="ja-JP" altLang="en-US" dirty="0"/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00E9FE79-0963-48EB-9E3C-9757057F64F6}"/>
              </a:ext>
            </a:extLst>
          </p:cNvPr>
          <p:cNvSpPr txBox="1"/>
          <p:nvPr/>
        </p:nvSpPr>
        <p:spPr>
          <a:xfrm>
            <a:off x="5775001" y="4155938"/>
            <a:ext cx="6419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偽札</a:t>
            </a:r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6CFACB9D-07FF-40BF-80F5-2A8F94B6777E}"/>
              </a:ext>
            </a:extLst>
          </p:cNvPr>
          <p:cNvSpPr txBox="1"/>
          <p:nvPr/>
        </p:nvSpPr>
        <p:spPr>
          <a:xfrm>
            <a:off x="1556216" y="4112989"/>
            <a:ext cx="11695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闇</a:t>
            </a:r>
            <a:r>
              <a:rPr kumimoji="1" lang="ja-JP" altLang="en-US" dirty="0"/>
              <a:t>の組織</a:t>
            </a:r>
          </a:p>
        </p:txBody>
      </p:sp>
      <p:cxnSp>
        <p:nvCxnSpPr>
          <p:cNvPr id="33" name="直線矢印コネクタ 32">
            <a:extLst>
              <a:ext uri="{FF2B5EF4-FFF2-40B4-BE49-F238E27FC236}">
                <a16:creationId xmlns:a16="http://schemas.microsoft.com/office/drawing/2014/main" id="{104006BC-4A16-4303-993B-55857A482D02}"/>
              </a:ext>
            </a:extLst>
          </p:cNvPr>
          <p:cNvCxnSpPr>
            <a:cxnSpLocks/>
          </p:cNvCxnSpPr>
          <p:nvPr/>
        </p:nvCxnSpPr>
        <p:spPr>
          <a:xfrm flipV="1">
            <a:off x="3647081" y="3344189"/>
            <a:ext cx="4732173" cy="1203386"/>
          </a:xfrm>
          <a:prstGeom prst="straightConnector1">
            <a:avLst/>
          </a:prstGeom>
          <a:ln w="76200">
            <a:solidFill>
              <a:srgbClr val="FF0000"/>
            </a:solidFill>
            <a:headEnd type="triangle"/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CE1E63D2-0BB1-416A-A083-047FA35DD659}"/>
              </a:ext>
            </a:extLst>
          </p:cNvPr>
          <p:cNvSpPr txBox="1"/>
          <p:nvPr/>
        </p:nvSpPr>
        <p:spPr>
          <a:xfrm rot="20727722">
            <a:off x="4745068" y="3434626"/>
            <a:ext cx="23982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dirty="0"/>
              <a:t>交互</a:t>
            </a:r>
            <a:r>
              <a:rPr kumimoji="1" lang="ja-JP" altLang="en-US" sz="2400" dirty="0"/>
              <a:t>に強くなる</a:t>
            </a:r>
          </a:p>
        </p:txBody>
      </p:sp>
      <p:pic>
        <p:nvPicPr>
          <p:cNvPr id="43" name="図 42">
            <a:extLst>
              <a:ext uri="{FF2B5EF4-FFF2-40B4-BE49-F238E27FC236}">
                <a16:creationId xmlns:a16="http://schemas.microsoft.com/office/drawing/2014/main" id="{F4EF0083-ADD2-426B-BD1A-48B8E8753BF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3"/>
              </a:ext>
            </a:extLst>
          </a:blip>
          <a:stretch>
            <a:fillRect/>
          </a:stretch>
        </p:blipFill>
        <p:spPr>
          <a:xfrm>
            <a:off x="8374214" y="1966348"/>
            <a:ext cx="2407668" cy="3210224"/>
          </a:xfrm>
          <a:prstGeom prst="rect">
            <a:avLst/>
          </a:prstGeom>
        </p:spPr>
      </p:pic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11349D95-3959-4340-A127-1D24FC6F6637}"/>
              </a:ext>
            </a:extLst>
          </p:cNvPr>
          <p:cNvSpPr txBox="1"/>
          <p:nvPr/>
        </p:nvSpPr>
        <p:spPr>
          <a:xfrm>
            <a:off x="9115588" y="1515199"/>
            <a:ext cx="924920" cy="375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警察官</a:t>
            </a:r>
          </a:p>
        </p:txBody>
      </p:sp>
      <p:sp>
        <p:nvSpPr>
          <p:cNvPr id="45" name="吹き出し: 角を丸めた四角形 44">
            <a:extLst>
              <a:ext uri="{FF2B5EF4-FFF2-40B4-BE49-F238E27FC236}">
                <a16:creationId xmlns:a16="http://schemas.microsoft.com/office/drawing/2014/main" id="{04F50EAE-87F1-4621-845D-FF52C3D31DE6}"/>
              </a:ext>
            </a:extLst>
          </p:cNvPr>
          <p:cNvSpPr/>
          <p:nvPr/>
        </p:nvSpPr>
        <p:spPr>
          <a:xfrm>
            <a:off x="656362" y="2709562"/>
            <a:ext cx="2613992" cy="1127097"/>
          </a:xfrm>
          <a:prstGeom prst="wedgeRoundRectCallou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46B2D372-2578-4A89-B6CD-8A76A8CCCB01}"/>
              </a:ext>
            </a:extLst>
          </p:cNvPr>
          <p:cNvSpPr txBox="1"/>
          <p:nvPr/>
        </p:nvSpPr>
        <p:spPr>
          <a:xfrm>
            <a:off x="753754" y="3005328"/>
            <a:ext cx="25492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警察にばれない偽札を作りたい！</a:t>
            </a:r>
          </a:p>
        </p:txBody>
      </p:sp>
      <p:sp>
        <p:nvSpPr>
          <p:cNvPr id="47" name="吹き出し: 四角形 46">
            <a:extLst>
              <a:ext uri="{FF2B5EF4-FFF2-40B4-BE49-F238E27FC236}">
                <a16:creationId xmlns:a16="http://schemas.microsoft.com/office/drawing/2014/main" id="{558700D7-4870-4597-AEFD-85D62C1070BD}"/>
              </a:ext>
            </a:extLst>
          </p:cNvPr>
          <p:cNvSpPr/>
          <p:nvPr/>
        </p:nvSpPr>
        <p:spPr>
          <a:xfrm rot="5400000">
            <a:off x="9892271" y="2740541"/>
            <a:ext cx="1841192" cy="644530"/>
          </a:xfrm>
          <a:prstGeom prst="wedgeRectCallou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8" name="テキスト ボックス 47">
            <a:extLst>
              <a:ext uri="{FF2B5EF4-FFF2-40B4-BE49-F238E27FC236}">
                <a16:creationId xmlns:a16="http://schemas.microsoft.com/office/drawing/2014/main" id="{B40361F7-65B8-4E98-B354-56B5369E88C2}"/>
              </a:ext>
            </a:extLst>
          </p:cNvPr>
          <p:cNvSpPr txBox="1"/>
          <p:nvPr/>
        </p:nvSpPr>
        <p:spPr>
          <a:xfrm>
            <a:off x="10587115" y="2255448"/>
            <a:ext cx="461665" cy="191802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kumimoji="1" lang="ja-JP" altLang="en-US" dirty="0"/>
              <a:t>騙されないぞ！</a:t>
            </a:r>
          </a:p>
        </p:txBody>
      </p:sp>
    </p:spTree>
    <p:extLst>
      <p:ext uri="{BB962C8B-B14F-4D97-AF65-F5344CB8AC3E}">
        <p14:creationId xmlns:p14="http://schemas.microsoft.com/office/powerpoint/2010/main" val="17136103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グループ化 14">
            <a:extLst>
              <a:ext uri="{FF2B5EF4-FFF2-40B4-BE49-F238E27FC236}">
                <a16:creationId xmlns:a16="http://schemas.microsoft.com/office/drawing/2014/main" id="{7F9F1521-10C0-47CE-A657-A18DDCAF8C37}"/>
              </a:ext>
            </a:extLst>
          </p:cNvPr>
          <p:cNvGrpSpPr/>
          <p:nvPr/>
        </p:nvGrpSpPr>
        <p:grpSpPr>
          <a:xfrm>
            <a:off x="1083415" y="406401"/>
            <a:ext cx="7732501" cy="6045197"/>
            <a:chOff x="777769" y="467361"/>
            <a:chExt cx="7732501" cy="6045197"/>
          </a:xfrm>
        </p:grpSpPr>
        <p:grpSp>
          <p:nvGrpSpPr>
            <p:cNvPr id="12" name="グループ化 11">
              <a:extLst>
                <a:ext uri="{FF2B5EF4-FFF2-40B4-BE49-F238E27FC236}">
                  <a16:creationId xmlns:a16="http://schemas.microsoft.com/office/drawing/2014/main" id="{BA73C844-27FB-4B6F-A45C-A57E953F7969}"/>
                </a:ext>
              </a:extLst>
            </p:cNvPr>
            <p:cNvGrpSpPr/>
            <p:nvPr/>
          </p:nvGrpSpPr>
          <p:grpSpPr>
            <a:xfrm>
              <a:off x="1414781" y="467361"/>
              <a:ext cx="7095489" cy="6045197"/>
              <a:chOff x="229447" y="406401"/>
              <a:chExt cx="7095489" cy="6045197"/>
            </a:xfrm>
          </p:grpSpPr>
          <p:pic>
            <p:nvPicPr>
              <p:cNvPr id="1026" name="Picture 2" descr="ゴース">
                <a:extLst>
                  <a:ext uri="{FF2B5EF4-FFF2-40B4-BE49-F238E27FC236}">
                    <a16:creationId xmlns:a16="http://schemas.microsoft.com/office/drawing/2014/main" id="{125CA7F0-FB8B-4C01-8CA1-9E30DCEFCCE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29447" y="406401"/>
                <a:ext cx="1477329" cy="147732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28" name="Picture 4" descr="ゴースト">
                <a:extLst>
                  <a:ext uri="{FF2B5EF4-FFF2-40B4-BE49-F238E27FC236}">
                    <a16:creationId xmlns:a16="http://schemas.microsoft.com/office/drawing/2014/main" id="{5DC29425-8CC1-4DA4-B38B-808513A4BD8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29448" y="2690336"/>
                <a:ext cx="1477328" cy="147732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30" name="Picture 6" descr="ゲンガー">
                <a:extLst>
                  <a:ext uri="{FF2B5EF4-FFF2-40B4-BE49-F238E27FC236}">
                    <a16:creationId xmlns:a16="http://schemas.microsoft.com/office/drawing/2014/main" id="{96461A99-C5FA-4D03-9966-B95E4BF230E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3955" y="4974270"/>
                <a:ext cx="1477328" cy="147732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1" name="テキスト ボックス 10">
                <a:extLst>
                  <a:ext uri="{FF2B5EF4-FFF2-40B4-BE49-F238E27FC236}">
                    <a16:creationId xmlns:a16="http://schemas.microsoft.com/office/drawing/2014/main" id="{3870FF35-E2FB-4EC7-9F32-DF80020E6586}"/>
                  </a:ext>
                </a:extLst>
              </p:cNvPr>
              <p:cNvSpPr txBox="1"/>
              <p:nvPr/>
            </p:nvSpPr>
            <p:spPr>
              <a:xfrm>
                <a:off x="1801283" y="406402"/>
                <a:ext cx="5466080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ja-JP" b="1" dirty="0"/>
                  <a:t>AE(</a:t>
                </a:r>
                <a:r>
                  <a:rPr kumimoji="1" lang="ja-JP" altLang="en-US" b="1" dirty="0"/>
                  <a:t>オートエンコーダ</a:t>
                </a:r>
                <a:r>
                  <a:rPr kumimoji="1" lang="en-US" altLang="ja-JP" b="1" dirty="0"/>
                  <a:t>)</a:t>
                </a:r>
              </a:p>
              <a:p>
                <a:r>
                  <a:rPr lang="ja-JP" altLang="en-US" dirty="0"/>
                  <a:t>・そもそも画像の次元削減＆復元のモデル．</a:t>
                </a:r>
                <a:endParaRPr lang="en-US" altLang="ja-JP" dirty="0"/>
              </a:p>
              <a:p>
                <a:r>
                  <a:rPr lang="ja-JP" altLang="en-US" dirty="0"/>
                  <a:t>・</a:t>
                </a:r>
                <a:r>
                  <a:rPr kumimoji="1" lang="ja-JP" altLang="en-US" dirty="0"/>
                  <a:t>エンコーダとデコーダのネットワークが複雑すぎ　　　　　　　　　</a:t>
                </a:r>
                <a:endParaRPr kumimoji="1" lang="en-US" altLang="ja-JP" dirty="0"/>
              </a:p>
              <a:p>
                <a:r>
                  <a:rPr lang="ja-JP" altLang="en-US" dirty="0"/>
                  <a:t>　</a:t>
                </a:r>
                <a:r>
                  <a:rPr kumimoji="1" lang="ja-JP" altLang="en-US" dirty="0"/>
                  <a:t>て，データ空間の近さと潜在変数の近さが対応せ</a:t>
                </a:r>
                <a:endParaRPr kumimoji="1" lang="en-US" altLang="ja-JP" dirty="0"/>
              </a:p>
              <a:p>
                <a:r>
                  <a:rPr lang="ja-JP" altLang="en-US" dirty="0"/>
                  <a:t>　</a:t>
                </a:r>
                <a:r>
                  <a:rPr kumimoji="1" lang="ja-JP" altLang="en-US" dirty="0"/>
                  <a:t>ず，生成モデルとして機能しない．</a:t>
                </a:r>
                <a:endParaRPr kumimoji="1" lang="en-US" altLang="ja-JP" dirty="0"/>
              </a:p>
            </p:txBody>
          </p:sp>
          <p:sp>
            <p:nvSpPr>
              <p:cNvPr id="16" name="テキスト ボックス 15">
                <a:extLst>
                  <a:ext uri="{FF2B5EF4-FFF2-40B4-BE49-F238E27FC236}">
                    <a16:creationId xmlns:a16="http://schemas.microsoft.com/office/drawing/2014/main" id="{447E57F0-60F1-4914-B5CB-6FD641C8B95A}"/>
                  </a:ext>
                </a:extLst>
              </p:cNvPr>
              <p:cNvSpPr txBox="1"/>
              <p:nvPr/>
            </p:nvSpPr>
            <p:spPr>
              <a:xfrm>
                <a:off x="1801283" y="2551837"/>
                <a:ext cx="5466080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ja-JP" b="1" dirty="0"/>
                  <a:t>VAE(</a:t>
                </a:r>
                <a:r>
                  <a:rPr kumimoji="1" lang="ja-JP" altLang="en-US" b="1" dirty="0"/>
                  <a:t>変分オートエンコーダ</a:t>
                </a:r>
                <a:r>
                  <a:rPr kumimoji="1" lang="en-US" altLang="ja-JP" b="1" dirty="0"/>
                  <a:t>)</a:t>
                </a:r>
                <a:endParaRPr lang="en-US" altLang="ja-JP" dirty="0"/>
              </a:p>
              <a:p>
                <a:r>
                  <a:rPr lang="ja-JP" altLang="en-US" dirty="0"/>
                  <a:t>・画像を一点ではなく分布にエンコード（同じ画像　</a:t>
                </a:r>
                <a:endParaRPr lang="en-US" altLang="ja-JP" dirty="0"/>
              </a:p>
              <a:p>
                <a:r>
                  <a:rPr lang="ja-JP" altLang="en-US" dirty="0"/>
                  <a:t>　が毎回少しずれてプロットされる）ので，データ</a:t>
                </a:r>
                <a:endParaRPr lang="en-US" altLang="ja-JP" dirty="0"/>
              </a:p>
              <a:p>
                <a:r>
                  <a:rPr lang="ja-JP" altLang="en-US" dirty="0"/>
                  <a:t>　空間の近さと潜在空間の近さが対応．</a:t>
                </a:r>
                <a:endParaRPr lang="en-US" altLang="ja-JP" dirty="0"/>
              </a:p>
              <a:p>
                <a:r>
                  <a:rPr lang="ja-JP" altLang="en-US" dirty="0"/>
                  <a:t>・確率分布を明示的に仮定しているので，複雑性が</a:t>
                </a:r>
                <a:endParaRPr lang="en-US" altLang="ja-JP" dirty="0"/>
              </a:p>
              <a:p>
                <a:r>
                  <a:rPr lang="ja-JP" altLang="en-US" dirty="0"/>
                  <a:t>　失われ生成画像がぼやける．</a:t>
                </a:r>
                <a:endParaRPr lang="en-US" altLang="ja-JP" dirty="0"/>
              </a:p>
            </p:txBody>
          </p:sp>
          <p:sp>
            <p:nvSpPr>
              <p:cNvPr id="18" name="テキスト ボックス 17">
                <a:extLst>
                  <a:ext uri="{FF2B5EF4-FFF2-40B4-BE49-F238E27FC236}">
                    <a16:creationId xmlns:a16="http://schemas.microsoft.com/office/drawing/2014/main" id="{54F8BAE7-AB77-4177-8547-EB95D7CB545A}"/>
                  </a:ext>
                </a:extLst>
              </p:cNvPr>
              <p:cNvSpPr txBox="1"/>
              <p:nvPr/>
            </p:nvSpPr>
            <p:spPr>
              <a:xfrm>
                <a:off x="1858856" y="4697272"/>
                <a:ext cx="5466080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ja-JP" b="1" dirty="0"/>
                  <a:t>GAN</a:t>
                </a:r>
                <a:r>
                  <a:rPr kumimoji="1" lang="en-US" altLang="ja-JP" b="1" dirty="0"/>
                  <a:t>(</a:t>
                </a:r>
                <a:r>
                  <a:rPr lang="ja-JP" altLang="en-US" b="1" dirty="0"/>
                  <a:t>敵対的生成ネットワーク</a:t>
                </a:r>
                <a:r>
                  <a:rPr kumimoji="1" lang="en-US" altLang="ja-JP" b="1" dirty="0"/>
                  <a:t>)</a:t>
                </a:r>
              </a:p>
              <a:p>
                <a:r>
                  <a:rPr lang="ja-JP" altLang="en-US" dirty="0"/>
                  <a:t>・確率分布を暗黙的に仮定しニューラルネットで最　　</a:t>
                </a:r>
                <a:endParaRPr lang="en-US" altLang="ja-JP" dirty="0"/>
              </a:p>
              <a:p>
                <a:r>
                  <a:rPr lang="ja-JP" altLang="en-US" dirty="0"/>
                  <a:t>　適化したことで鮮明な画像を生成できる．</a:t>
                </a:r>
                <a:endParaRPr lang="en-US" altLang="ja-JP" dirty="0"/>
              </a:p>
              <a:p>
                <a:r>
                  <a:rPr lang="ja-JP" altLang="en-US" dirty="0"/>
                  <a:t>・学習が安定しなかったり，識別器を騙しやすい画</a:t>
                </a:r>
                <a:endParaRPr lang="en-US" altLang="ja-JP" dirty="0"/>
              </a:p>
              <a:p>
                <a:r>
                  <a:rPr lang="ja-JP" altLang="en-US" dirty="0"/>
                  <a:t>　像のみを生成してしまい多様性が失われるなど課</a:t>
                </a:r>
                <a:endParaRPr lang="en-US" altLang="ja-JP" dirty="0"/>
              </a:p>
              <a:p>
                <a:r>
                  <a:rPr lang="ja-JP" altLang="en-US" dirty="0"/>
                  <a:t>　題も多い．</a:t>
                </a:r>
                <a:endParaRPr lang="en-US" altLang="ja-JP" dirty="0"/>
              </a:p>
            </p:txBody>
          </p:sp>
        </p:grpSp>
        <p:sp>
          <p:nvSpPr>
            <p:cNvPr id="14" name="矢印: 右カーブ 13">
              <a:extLst>
                <a:ext uri="{FF2B5EF4-FFF2-40B4-BE49-F238E27FC236}">
                  <a16:creationId xmlns:a16="http://schemas.microsoft.com/office/drawing/2014/main" id="{20446AC8-2606-4DDE-999C-A663E71D4891}"/>
                </a:ext>
              </a:extLst>
            </p:cNvPr>
            <p:cNvSpPr/>
            <p:nvPr/>
          </p:nvSpPr>
          <p:spPr>
            <a:xfrm>
              <a:off x="777769" y="1563463"/>
              <a:ext cx="731520" cy="1569060"/>
            </a:xfrm>
            <a:prstGeom prst="curved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21" name="矢印: 右カーブ 20">
              <a:extLst>
                <a:ext uri="{FF2B5EF4-FFF2-40B4-BE49-F238E27FC236}">
                  <a16:creationId xmlns:a16="http://schemas.microsoft.com/office/drawing/2014/main" id="{5BA50ECD-D70E-44D4-8290-A4860A6D452E}"/>
                </a:ext>
              </a:extLst>
            </p:cNvPr>
            <p:cNvSpPr/>
            <p:nvPr/>
          </p:nvSpPr>
          <p:spPr>
            <a:xfrm>
              <a:off x="777769" y="3800630"/>
              <a:ext cx="731520" cy="1569060"/>
            </a:xfrm>
            <a:prstGeom prst="curved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E414EED2-7592-4761-9E87-BD49EFFBD274}"/>
              </a:ext>
            </a:extLst>
          </p:cNvPr>
          <p:cNvSpPr txBox="1"/>
          <p:nvPr/>
        </p:nvSpPr>
        <p:spPr>
          <a:xfrm>
            <a:off x="0" y="2023616"/>
            <a:ext cx="108341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100" dirty="0"/>
              <a:t>生成モデルになるよう改良</a:t>
            </a: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524F2A3E-8A8F-435A-AE6E-780D08F706AB}"/>
              </a:ext>
            </a:extLst>
          </p:cNvPr>
          <p:cNvSpPr txBox="1"/>
          <p:nvPr/>
        </p:nvSpPr>
        <p:spPr>
          <a:xfrm>
            <a:off x="93901" y="4393395"/>
            <a:ext cx="89561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100" dirty="0"/>
              <a:t>より鮮明に</a:t>
            </a:r>
            <a:endParaRPr kumimoji="1" lang="ja-JP" altLang="en-US" sz="1100" dirty="0"/>
          </a:p>
        </p:txBody>
      </p:sp>
      <p:pic>
        <p:nvPicPr>
          <p:cNvPr id="23" name="図 22">
            <a:extLst>
              <a:ext uri="{FF2B5EF4-FFF2-40B4-BE49-F238E27FC236}">
                <a16:creationId xmlns:a16="http://schemas.microsoft.com/office/drawing/2014/main" id="{67403E6D-F72E-43A8-A3DC-E746D65D9CD3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901" r="16150"/>
          <a:stretch/>
        </p:blipFill>
        <p:spPr>
          <a:xfrm>
            <a:off x="8815916" y="653294"/>
            <a:ext cx="3115734" cy="983544"/>
          </a:xfrm>
          <a:prstGeom prst="rect">
            <a:avLst/>
          </a:prstGeom>
        </p:spPr>
      </p:pic>
      <p:pic>
        <p:nvPicPr>
          <p:cNvPr id="27" name="図 26">
            <a:extLst>
              <a:ext uri="{FF2B5EF4-FFF2-40B4-BE49-F238E27FC236}">
                <a16:creationId xmlns:a16="http://schemas.microsoft.com/office/drawing/2014/main" id="{F244302C-6071-481B-B82E-91FF4768BC4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8343" y="4976913"/>
            <a:ext cx="3176630" cy="1112314"/>
          </a:xfrm>
          <a:prstGeom prst="rect">
            <a:avLst/>
          </a:prstGeom>
        </p:spPr>
      </p:pic>
      <p:pic>
        <p:nvPicPr>
          <p:cNvPr id="29" name="図 28">
            <a:extLst>
              <a:ext uri="{FF2B5EF4-FFF2-40B4-BE49-F238E27FC236}">
                <a16:creationId xmlns:a16="http://schemas.microsoft.com/office/drawing/2014/main" id="{7E8E68EF-C7D2-4B67-A51F-99053A96FA5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8343" y="2797307"/>
            <a:ext cx="3173307" cy="1195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49292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8101</TotalTime>
  <Words>391</Words>
  <Application>Microsoft Office PowerPoint</Application>
  <PresentationFormat>ワイド画面</PresentationFormat>
  <Paragraphs>110</Paragraphs>
  <Slides>10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10</vt:i4>
      </vt:variant>
    </vt:vector>
  </HeadingPairs>
  <TitlesOfParts>
    <vt:vector size="15" baseType="lpstr">
      <vt:lpstr>游ゴシック</vt:lpstr>
      <vt:lpstr>游ゴシック Light</vt:lpstr>
      <vt:lpstr>Arial</vt:lpstr>
      <vt:lpstr>Cambria Math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海老澤 優</dc:creator>
  <cp:lastModifiedBy>海老澤 優</cp:lastModifiedBy>
  <cp:revision>42</cp:revision>
  <dcterms:created xsi:type="dcterms:W3CDTF">2021-12-11T15:51:52Z</dcterms:created>
  <dcterms:modified xsi:type="dcterms:W3CDTF">2022-10-19T13:54:16Z</dcterms:modified>
</cp:coreProperties>
</file>